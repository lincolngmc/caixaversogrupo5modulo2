
<file path=[Content_Types].xml><?xml version="1.0" encoding="utf-8"?>
<Types xmlns="http://schemas.openxmlformats.org/package/2006/content-types">
  <Default Extension="gif" ContentType="image/gif"/>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73" r:id="rId4"/>
  </p:sldMasterIdLst>
  <p:notesMasterIdLst>
    <p:notesMasterId r:id="rId24"/>
  </p:notesMasterIdLst>
  <p:sldIdLst>
    <p:sldId id="2561" r:id="rId5"/>
    <p:sldId id="2562" r:id="rId6"/>
    <p:sldId id="2563" r:id="rId7"/>
    <p:sldId id="2564" r:id="rId8"/>
    <p:sldId id="2565" r:id="rId9"/>
    <p:sldId id="2566" r:id="rId10"/>
    <p:sldId id="2567" r:id="rId11"/>
    <p:sldId id="2568" r:id="rId12"/>
    <p:sldId id="2569" r:id="rId13"/>
    <p:sldId id="2570" r:id="rId14"/>
    <p:sldId id="2571" r:id="rId15"/>
    <p:sldId id="2572" r:id="rId16"/>
    <p:sldId id="2573" r:id="rId17"/>
    <p:sldId id="2574" r:id="rId18"/>
    <p:sldId id="2575" r:id="rId19"/>
    <p:sldId id="2576" r:id="rId20"/>
    <p:sldId id="2577" r:id="rId21"/>
    <p:sldId id="2578" r:id="rId22"/>
    <p:sldId id="2579"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gmentação de Clientes de Alta Renda" id="{7BA68A71-E08A-4BA1-82E0-D4D16F078A85}">
          <p14:sldIdLst>
            <p14:sldId id="2561"/>
          </p14:sldIdLst>
        </p14:section>
        <p14:section name="Introdução e Objetivo" id="{C74555A8-0841-44F7-A9BD-29D2E756D756}">
          <p14:sldIdLst>
            <p14:sldId id="2562"/>
            <p14:sldId id="2563"/>
          </p14:sldIdLst>
        </p14:section>
        <p14:section name="Visão Geral do Projeto" id="{ECB562C7-D4B3-4B46-8F1E-168344B9798C}">
          <p14:sldIdLst>
            <p14:sldId id="2564"/>
            <p14:sldId id="2565"/>
          </p14:sldIdLst>
        </p14:section>
        <p14:section name="Tratamento de Dados e Ética" id="{ABBD5B3B-CCA9-4CFB-8351-112EAFF4EAAA}">
          <p14:sldIdLst>
            <p14:sldId id="2566"/>
            <p14:sldId id="2567"/>
          </p14:sldIdLst>
        </p14:section>
        <p14:section name="Modelos Testados" id="{12FBDC09-E894-438F-9D2D-126C3EBDCF94}">
          <p14:sldIdLst>
            <p14:sldId id="2568"/>
            <p14:sldId id="2569"/>
          </p14:sldIdLst>
        </p14:section>
        <p14:section name="Comparação de Resultados" id="{BDFC0D22-2EF5-47B4-AC70-056B0F50AB98}">
          <p14:sldIdLst>
            <p14:sldId id="2570"/>
            <p14:sldId id="2571"/>
          </p14:sldIdLst>
        </p14:section>
        <p14:section name="Gráficos de Desempenho" id="{566579F6-AF04-46BE-A98E-9F8022DB2414}">
          <p14:sldIdLst>
            <p14:sldId id="2572"/>
            <p14:sldId id="2573"/>
          </p14:sldIdLst>
        </p14:section>
        <p14:section name="Escolha do Modelo" id="{626D9FE8-F17A-46E2-99C2-8CC56E2508B5}">
          <p14:sldIdLst>
            <p14:sldId id="2574"/>
            <p14:sldId id="2575"/>
          </p14:sldIdLst>
        </p14:section>
        <p14:section name="Aplicação no Negócio" id="{71360232-A9CA-4E26-9E21-D5C37B1F65C7}">
          <p14:sldIdLst>
            <p14:sldId id="2576"/>
            <p14:sldId id="2577"/>
          </p14:sldIdLst>
        </p14:section>
        <p14:section name="Conclusão e Próximos Passos" id="{C4D2B308-9598-47FD-A0B1-4F42F467B614}">
          <p14:sldIdLst>
            <p14:sldId id="2578"/>
            <p14:sldId id="25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EEEB8D0-A8EB-40CE-BB5B-1F02B3FEB6C2}" v="21" dt="2025-12-01T13:02:41.095"/>
  </p1510:revLst>
</p1510:revInfo>
</file>

<file path=ppt/tableStyles.xml><?xml version="1.0" encoding="utf-8"?>
<a:tblStyleLst xmlns:a="http://schemas.openxmlformats.org/drawingml/2006/main" def="{5C22544A-7EE6-4342-B048-85BDC9FD1C3A}">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100" autoAdjust="0"/>
    <p:restoredTop sz="85613" autoAdjust="0"/>
  </p:normalViewPr>
  <p:slideViewPr>
    <p:cSldViewPr snapToGrid="0">
      <p:cViewPr varScale="1">
        <p:scale>
          <a:sx n="86" d="100"/>
          <a:sy n="86" d="100"/>
        </p:scale>
        <p:origin x="2484" y="300"/>
      </p:cViewPr>
      <p:guideLst/>
    </p:cSldViewPr>
  </p:slideViewPr>
  <p:notesTextViewPr>
    <p:cViewPr>
      <p:scale>
        <a:sx n="1" d="1"/>
        <a:sy n="1" d="1"/>
      </p:scale>
      <p:origin x="0" y="0"/>
    </p:cViewPr>
  </p:notesTextViewPr>
  <p:sorterViewPr>
    <p:cViewPr>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n-US"/>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0A87EF1B-3089-4752-BFCD-CDC3014626A0}" type="datetimeFigureOut">
              <a:rPr lang="en-US" smtClean="0"/>
              <a:t>12/1/2025</a:t>
            </a:fld>
            <a:endParaRPr lang="en-US"/>
          </a:p>
        </p:txBody>
      </p:sp>
      <p:sp>
        <p:nvSpPr>
          <p:cNvPr id="4" name="Espaço Reservado para Imagem do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n-US"/>
          </a:p>
        </p:txBody>
      </p:sp>
      <p:sp>
        <p:nvSpPr>
          <p:cNvPr id="5" name="Espaço Reservado para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n-US"/>
          </a:p>
        </p:txBody>
      </p:sp>
      <p:sp>
        <p:nvSpPr>
          <p:cNvPr id="7" name="Espaço Reservado para o Número do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E29F3FAF-CC6A-478D-BF6B-BD1EE87BC1BE}" type="slidenum">
              <a:rPr lang="en-US" smtClean="0"/>
              <a:t>‹nº›</a:t>
            </a:fld>
            <a:endParaRPr lang="en-US"/>
          </a:p>
        </p:txBody>
      </p:sp>
    </p:spTree>
    <p:extLst>
      <p:ext uri="{BB962C8B-B14F-4D97-AF65-F5344CB8AC3E}">
        <p14:creationId xmlns:p14="http://schemas.microsoft.com/office/powerpoint/2010/main" val="13312183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Os conteúdos gerados por IA poderão estar incorretos.
---
</a:t>
            </a:r>
          </a:p>
        </p:txBody>
      </p:sp>
      <p:sp>
        <p:nvSpPr>
          <p:cNvPr id="4" name="Slide Number Placeholder 3"/>
          <p:cNvSpPr>
            <a:spLocks noGrp="1"/>
          </p:cNvSpPr>
          <p:nvPr>
            <p:ph type="sldNum" sz="quarter" idx="5"/>
          </p:nvPr>
        </p:nvSpPr>
        <p:spPr/>
        <p:txBody>
          <a:bodyPr/>
          <a:lstStyle/>
          <a:p>
            <a:pPr rtl="0"/>
            <a:fld id="{E29F3FAF-CC6A-478D-BF6B-BD1EE87BC1BE}" type="slidenum">
              <a:rPr lang="en-US" smtClean="0"/>
              <a:t>1</a:t>
            </a:fld>
            <a:endParaRPr lang="en-US"/>
          </a:p>
        </p:txBody>
      </p:sp>
    </p:spTree>
    <p:extLst>
      <p:ext uri="{BB962C8B-B14F-4D97-AF65-F5344CB8AC3E}">
        <p14:creationId xmlns:p14="http://schemas.microsoft.com/office/powerpoint/2010/main" val="5655766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Este diapositivo referencia informações do seguinte ficheiro: https://d.docs.live.net/20DAEBD468123381/Arquivos%20de%20Microsoft%20Copilot%20Chat/RELATO%CC%81RIO%20DE%20ANA%CC%81LISE%20SEGMENTAC%CC%A7A%CC%83O%20DE%20CLIENTES%20DE%20ALTA%20RENDA.docx
Objetivo do Projeto
</a:t>
            </a:r>
          </a:p>
        </p:txBody>
      </p:sp>
      <p:sp>
        <p:nvSpPr>
          <p:cNvPr id="4" name="Slide Number Placeholder 3"/>
          <p:cNvSpPr>
            <a:spLocks noGrp="1"/>
          </p:cNvSpPr>
          <p:nvPr>
            <p:ph type="sldNum" sz="quarter" idx="5"/>
          </p:nvPr>
        </p:nvSpPr>
        <p:spPr/>
        <p:txBody>
          <a:bodyPr/>
          <a:lstStyle/>
          <a:p>
            <a:pPr rtl="0"/>
            <a:fld id="{E29F3FAF-CC6A-478D-BF6B-BD1EE87BC1BE}" type="slidenum">
              <a:rPr lang="en-US" smtClean="0"/>
              <a:t>2</a:t>
            </a:fld>
            <a:endParaRPr lang="en-US"/>
          </a:p>
        </p:txBody>
      </p:sp>
    </p:spTree>
    <p:extLst>
      <p:ext uri="{BB962C8B-B14F-4D97-AF65-F5344CB8AC3E}">
        <p14:creationId xmlns:p14="http://schemas.microsoft.com/office/powerpoint/2010/main" val="8808060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Este diapositivo referencia informações do seguinte ficheiro: https://d.docs.live.net/20DAEBD468123381/Arquivos%20de%20Microsoft%20Copilot%20Chat/RELATO%CC%81RIO%20DE%20ANA%CC%81LISE%20SEGMENTAC%CC%A7A%CC%83O%20DE%20CLIENTES%20DE%20ALTA%20RENDA.docx
O objetivo central do projeto é desenvolver uma ferramenta baseada em Machine Learning para identificar clientes com renda anual superior a US$ 100 mil, permitindo que a área comercial concentre esforços em prospects com maior potencial de investimento. Essa abordagem visa aumentar a taxa de conversão de produtos financeiros de alto valor agregado, como fundos exclusivos, previdência privada e serviços de gestão de patrimônio. Ao priorizar clientes com maior capacidade financeira, a instituição pode reduzir disparos genéricos e otimizar recursos, garantindo uma estratégia mais assertiva e orientada por dados. Essa iniciativa também contribui para fortalecer a relação com clientes estratégicos, oferecendo soluções personalizadas e alinhadas ao seu perfil econômico.
</a:t>
            </a:r>
          </a:p>
        </p:txBody>
      </p:sp>
      <p:sp>
        <p:nvSpPr>
          <p:cNvPr id="4" name="Slide Number Placeholder 3"/>
          <p:cNvSpPr>
            <a:spLocks noGrp="1"/>
          </p:cNvSpPr>
          <p:nvPr>
            <p:ph type="sldNum" sz="quarter" idx="5"/>
          </p:nvPr>
        </p:nvSpPr>
        <p:spPr/>
        <p:txBody>
          <a:bodyPr/>
          <a:lstStyle/>
          <a:p>
            <a:pPr rtl="0"/>
            <a:fld id="{E29F3FAF-CC6A-478D-BF6B-BD1EE87BC1BE}" type="slidenum">
              <a:rPr lang="en-US" smtClean="0"/>
              <a:t>3</a:t>
            </a:fld>
            <a:endParaRPr lang="en-US"/>
          </a:p>
        </p:txBody>
      </p:sp>
    </p:spTree>
    <p:extLst>
      <p:ext uri="{BB962C8B-B14F-4D97-AF65-F5344CB8AC3E}">
        <p14:creationId xmlns:p14="http://schemas.microsoft.com/office/powerpoint/2010/main" val="34695220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Este diapositivo referencia informações do seguinte ficheiro: https://d.docs.live.net/20DAEBD468123381/Arquivos%20de%20Microsoft%20Copilot%20Chat/RELATO%CC%81RIO%20DE%20ANA%CC%81LISE%20SEGMENTAC%CC%A7A%CC%83O%20DE%20CLIENTES%20DE%20ALTA%20RENDA.docx
Descrição e Benefícios
</a:t>
            </a:r>
          </a:p>
        </p:txBody>
      </p:sp>
      <p:sp>
        <p:nvSpPr>
          <p:cNvPr id="4" name="Slide Number Placeholder 3"/>
          <p:cNvSpPr>
            <a:spLocks noGrp="1"/>
          </p:cNvSpPr>
          <p:nvPr>
            <p:ph type="sldNum" sz="quarter" idx="5"/>
          </p:nvPr>
        </p:nvSpPr>
        <p:spPr/>
        <p:txBody>
          <a:bodyPr/>
          <a:lstStyle/>
          <a:p>
            <a:pPr rtl="0"/>
            <a:fld id="{E29F3FAF-CC6A-478D-BF6B-BD1EE87BC1BE}" type="slidenum">
              <a:rPr lang="en-US" smtClean="0"/>
              <a:t>4</a:t>
            </a:fld>
            <a:endParaRPr lang="en-US"/>
          </a:p>
        </p:txBody>
      </p:sp>
    </p:spTree>
    <p:extLst>
      <p:ext uri="{BB962C8B-B14F-4D97-AF65-F5344CB8AC3E}">
        <p14:creationId xmlns:p14="http://schemas.microsoft.com/office/powerpoint/2010/main" val="13544315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Este diapositivo referencia informações do seguinte ficheiro: https://d.docs.live.net/20DAEBD468123381/Arquivos%20de%20Microsoft%20Copilot%20Chat/RELATO%CC%81RIO%20DE%20ANA%CC%81LISE%20SEGMENTAC%CC%A7A%CC%83O%20DE%20CLIENTES%20DE%20ALTA%20RENDA.docx
O projeto transforma uma base estática de cadastros em uma lista priorizada de clientes, organizada por probabilidade de pertencer ao segmento de alta renda. Para isso, utiliza variáveis como idade, escolaridade, ocupação, horas trabalhadas e histórico de capital, identificando padrões que indicam maior capacidade financeira. Essa priorização permite que equipes comerciais direcionem campanhas e ofertas de forma mais eficiente, aumentando a assertividade das abordagens e reduzindo desperdícios. Além disso, a solução contribui para uma estratégia de relacionamento mais sofisticada, baseada em dados e insights preditivos, o que fortalece a competitividade da instituição no mercado financeiro.
</a:t>
            </a:r>
          </a:p>
        </p:txBody>
      </p:sp>
      <p:sp>
        <p:nvSpPr>
          <p:cNvPr id="4" name="Slide Number Placeholder 3"/>
          <p:cNvSpPr>
            <a:spLocks noGrp="1"/>
          </p:cNvSpPr>
          <p:nvPr>
            <p:ph type="sldNum" sz="quarter" idx="5"/>
          </p:nvPr>
        </p:nvSpPr>
        <p:spPr/>
        <p:txBody>
          <a:bodyPr/>
          <a:lstStyle/>
          <a:p>
            <a:pPr rtl="0"/>
            <a:fld id="{E29F3FAF-CC6A-478D-BF6B-BD1EE87BC1BE}" type="slidenum">
              <a:rPr lang="en-US" smtClean="0"/>
              <a:t>5</a:t>
            </a:fld>
            <a:endParaRPr lang="en-US"/>
          </a:p>
        </p:txBody>
      </p:sp>
    </p:spTree>
    <p:extLst>
      <p:ext uri="{BB962C8B-B14F-4D97-AF65-F5344CB8AC3E}">
        <p14:creationId xmlns:p14="http://schemas.microsoft.com/office/powerpoint/2010/main" val="42534613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Este diapositivo referencia informações do seguinte ficheiro: https://d.docs.live.net/20DAEBD468123381/Arquivos%20de%20Microsoft%20Copilot%20Chat/RELATO%CC%81RIO%20DE%20ANA%CC%81LISE%20SEGMENTAC%CC%A7A%CC%83O%20DE%20CLIENTES%20DE%20ALTA%20RENDA.docx
Preparação e Conformidade Legal
</a:t>
            </a:r>
          </a:p>
        </p:txBody>
      </p:sp>
      <p:sp>
        <p:nvSpPr>
          <p:cNvPr id="4" name="Slide Number Placeholder 3"/>
          <p:cNvSpPr>
            <a:spLocks noGrp="1"/>
          </p:cNvSpPr>
          <p:nvPr>
            <p:ph type="sldNum" sz="quarter" idx="5"/>
          </p:nvPr>
        </p:nvSpPr>
        <p:spPr/>
        <p:txBody>
          <a:bodyPr/>
          <a:lstStyle/>
          <a:p>
            <a:pPr rtl="0"/>
            <a:fld id="{E29F3FAF-CC6A-478D-BF6B-BD1EE87BC1BE}" type="slidenum">
              <a:rPr lang="en-US" smtClean="0"/>
              <a:t>6</a:t>
            </a:fld>
            <a:endParaRPr lang="en-US"/>
          </a:p>
        </p:txBody>
      </p:sp>
    </p:spTree>
    <p:extLst>
      <p:ext uri="{BB962C8B-B14F-4D97-AF65-F5344CB8AC3E}">
        <p14:creationId xmlns:p14="http://schemas.microsoft.com/office/powerpoint/2010/main" val="37562751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Este diapositivo referencia informações do seguinte ficheiro: https://d.docs.live.net/20DAEBD468123381/Arquivos%20de%20Microsoft%20Copilot%20Chat/RELATO%CC%81RIO%20DE%20ANA%CC%81LISE%20SEGMENTAC%CC%A7A%CC%83O%20DE%20CLIENTES%20DE%20ALTA%20RENDA.docx
Antes da modelagem, os dados passaram por processos rigorosos de limpeza, padronização e criação de variáveis agregadas, como faixas etárias e grupos de escolaridade. Essas transformações aumentaram a aderência do modelo à linguagem de negócio e melhoraram sua capacidade de discriminação entre clientes de alta e baixa renda. Além disso, foi tomada a decisão de excluir variáveis sensíveis, como raça, sexo e país de origem, garantindo conformidade com legislações como LGPD e GDPR. Essa escolha reflete boas práticas internacionais e evita riscos de discriminação. Testes internos confirmaram que a retirada dessas variáveis não comprometeu significativamente o desempenho do modelo, pois atributos econômicos e profissionais já carregam informações suficientes para a previsão.
</a:t>
            </a:r>
          </a:p>
        </p:txBody>
      </p:sp>
      <p:sp>
        <p:nvSpPr>
          <p:cNvPr id="4" name="Slide Number Placeholder 3"/>
          <p:cNvSpPr>
            <a:spLocks noGrp="1"/>
          </p:cNvSpPr>
          <p:nvPr>
            <p:ph type="sldNum" sz="quarter" idx="5"/>
          </p:nvPr>
        </p:nvSpPr>
        <p:spPr/>
        <p:txBody>
          <a:bodyPr/>
          <a:lstStyle/>
          <a:p>
            <a:pPr rtl="0"/>
            <a:fld id="{E29F3FAF-CC6A-478D-BF6B-BD1EE87BC1BE}" type="slidenum">
              <a:rPr lang="en-US" smtClean="0"/>
              <a:t>7</a:t>
            </a:fld>
            <a:endParaRPr lang="en-US"/>
          </a:p>
        </p:txBody>
      </p:sp>
    </p:spTree>
    <p:extLst>
      <p:ext uri="{BB962C8B-B14F-4D97-AF65-F5344CB8AC3E}">
        <p14:creationId xmlns:p14="http://schemas.microsoft.com/office/powerpoint/2010/main" val="11136100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Este diapositivo referencia informações do seguinte ficheiro: https://d.docs.live.net/20DAEBD468123381/Arquivos%20de%20Microsoft%20Copilot%20Chat/RELATO%CC%81RIO%20DE%20ANA%CC%81LISE%20SEGMENTAC%CC%A7A%CC%83O%20DE%20CLIENTES%20DE%20ALTA%20RENDA.docx
Algoritmos Avaliados
</a:t>
            </a:r>
          </a:p>
        </p:txBody>
      </p:sp>
      <p:sp>
        <p:nvSpPr>
          <p:cNvPr id="4" name="Slide Number Placeholder 3"/>
          <p:cNvSpPr>
            <a:spLocks noGrp="1"/>
          </p:cNvSpPr>
          <p:nvPr>
            <p:ph type="sldNum" sz="quarter" idx="5"/>
          </p:nvPr>
        </p:nvSpPr>
        <p:spPr/>
        <p:txBody>
          <a:bodyPr/>
          <a:lstStyle/>
          <a:p>
            <a:pPr rtl="0"/>
            <a:fld id="{E29F3FAF-CC6A-478D-BF6B-BD1EE87BC1BE}" type="slidenum">
              <a:rPr lang="en-US" smtClean="0"/>
              <a:t>8</a:t>
            </a:fld>
            <a:endParaRPr lang="en-US"/>
          </a:p>
        </p:txBody>
      </p:sp>
    </p:spTree>
    <p:extLst>
      <p:ext uri="{BB962C8B-B14F-4D97-AF65-F5344CB8AC3E}">
        <p14:creationId xmlns:p14="http://schemas.microsoft.com/office/powerpoint/2010/main" val="6724943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Este diapositivo referencia informações do seguinte ficheiro: https://d.docs.live.net/20DAEBD468123381/Arquivos%20de%20Microsoft%20Copilot%20Chat/RELATO%CC%81RIO%20DE%20ANA%CC%81LISE%20SEGMENTAC%CC%A7A%CC%83O%20DE%20CLIENTES%20DE%20ALTA%20RENDA.docx
Foram testadas diversas abordagens de modelagem, incluindo Regressão Logística, KNN, Árvore de Decisão, Random Forest e Gradient Boosting, em versões básicas e otimizadas. Cada modelo foi avaliado considerando métricas como acurácia, precisão, recall, F1-score e ROC-AUC, além do custo computacional. Essa análise permitiu identificar o equilíbrio entre desempenho e viabilidade operacional, considerando que modelos mais complexos podem oferecer ganhos em qualidade, mas também demandam maior tempo de processamento. A diversidade de algoritmos testados assegura uma visão ampla sobre as alternativas disponíveis e suas implicações práticas para o negócio.
</a:t>
            </a:r>
          </a:p>
        </p:txBody>
      </p:sp>
      <p:sp>
        <p:nvSpPr>
          <p:cNvPr id="4" name="Slide Number Placeholder 3"/>
          <p:cNvSpPr>
            <a:spLocks noGrp="1"/>
          </p:cNvSpPr>
          <p:nvPr>
            <p:ph type="sldNum" sz="quarter" idx="5"/>
          </p:nvPr>
        </p:nvSpPr>
        <p:spPr/>
        <p:txBody>
          <a:bodyPr/>
          <a:lstStyle/>
          <a:p>
            <a:pPr rtl="0"/>
            <a:fld id="{E29F3FAF-CC6A-478D-BF6B-BD1EE87BC1BE}" type="slidenum">
              <a:rPr lang="en-US" smtClean="0"/>
              <a:t>9</a:t>
            </a:fld>
            <a:endParaRPr lang="en-US"/>
          </a:p>
        </p:txBody>
      </p:sp>
    </p:spTree>
    <p:extLst>
      <p:ext uri="{BB962C8B-B14F-4D97-AF65-F5344CB8AC3E}">
        <p14:creationId xmlns:p14="http://schemas.microsoft.com/office/powerpoint/2010/main" val="12729617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Este diapositivo referencia informações do seguinte ficheiro: https://d.docs.live.net/20DAEBD468123381/Arquivos%20de%20Microsoft%20Copilot%20Chat/RELATO%CC%81RIO%20DE%20ANA%CC%81LISE%20SEGMENTAC%CC%A7A%CC%83O%20DE%20CLIENTES%20DE%20ALTA%20RENDA.docx
Tabela de Métricas
</a:t>
            </a:r>
          </a:p>
        </p:txBody>
      </p:sp>
      <p:sp>
        <p:nvSpPr>
          <p:cNvPr id="4" name="Slide Number Placeholder 3"/>
          <p:cNvSpPr>
            <a:spLocks noGrp="1"/>
          </p:cNvSpPr>
          <p:nvPr>
            <p:ph type="sldNum" sz="quarter" idx="5"/>
          </p:nvPr>
        </p:nvSpPr>
        <p:spPr/>
        <p:txBody>
          <a:bodyPr/>
          <a:lstStyle/>
          <a:p>
            <a:pPr rtl="0"/>
            <a:fld id="{E29F3FAF-CC6A-478D-BF6B-BD1EE87BC1BE}" type="slidenum">
              <a:rPr lang="en-US" smtClean="0"/>
              <a:t>10</a:t>
            </a:fld>
            <a:endParaRPr lang="en-US"/>
          </a:p>
        </p:txBody>
      </p:sp>
    </p:spTree>
    <p:extLst>
      <p:ext uri="{BB962C8B-B14F-4D97-AF65-F5344CB8AC3E}">
        <p14:creationId xmlns:p14="http://schemas.microsoft.com/office/powerpoint/2010/main" val="6439041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Este diapositivo referencia informações do seguinte ficheiro: https://d.docs.live.net/20DAEBD468123381/Arquivos%20de%20Microsoft%20Copilot%20Chat/RELATO%CC%81RIO%20DE%20ANA%CC%81LISE%20SEGMENTAC%CC%A7A%CC%83O%20DE%20CLIENTES%20DE%20ALTA%20RENDA.docx
A análise comparativa revelou diferenças significativas entre os modelos. O Gradient Boosting Otimizado apresentou o melhor equilíbrio global, com acurácia de 0,8633, precisão de 0,757, recall de 0,6602, F1-score de 0,7053 e ROC-AUC de 0,9212. Outros modelos, como Decision Tree e Random Forest, também mostraram desempenho competitivo, mas ficaram abaixo do patamar alcançado pelo Gradient Boosting Otimizado. Modelos mais simples, como Regressão Logística, embora rápidos, apresentaram recall inferior, o que implica maior risco de não identificar clientes relevantes. Essa comparação reforça a importância de escolher um modelo que maximize a identificação de clientes de alta renda sem comprometer a qualidade dos leads.
</a:t>
            </a:r>
          </a:p>
        </p:txBody>
      </p:sp>
      <p:sp>
        <p:nvSpPr>
          <p:cNvPr id="4" name="Slide Number Placeholder 3"/>
          <p:cNvSpPr>
            <a:spLocks noGrp="1"/>
          </p:cNvSpPr>
          <p:nvPr>
            <p:ph type="sldNum" sz="quarter" idx="5"/>
          </p:nvPr>
        </p:nvSpPr>
        <p:spPr/>
        <p:txBody>
          <a:bodyPr/>
          <a:lstStyle/>
          <a:p>
            <a:pPr rtl="0"/>
            <a:fld id="{E29F3FAF-CC6A-478D-BF6B-BD1EE87BC1BE}" type="slidenum">
              <a:rPr lang="en-US" smtClean="0"/>
              <a:t>11</a:t>
            </a:fld>
            <a:endParaRPr lang="en-US"/>
          </a:p>
        </p:txBody>
      </p:sp>
    </p:spTree>
    <p:extLst>
      <p:ext uri="{BB962C8B-B14F-4D97-AF65-F5344CB8AC3E}">
        <p14:creationId xmlns:p14="http://schemas.microsoft.com/office/powerpoint/2010/main" val="6262314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Este diapositivo referencia informações do seguinte ficheiro: https://d.docs.live.net/20DAEBD468123381/Arquivos%20de%20Microsoft%20Copilot%20Chat/RELATO%CC%81RIO%20DE%20ANA%CC%81LISE%20SEGMENTAC%CC%A7A%CC%83O%20DE%20CLIENTES%20DE%20ALTA%20RENDA.docx
Visualização das Métricas
</a:t>
            </a:r>
          </a:p>
        </p:txBody>
      </p:sp>
      <p:sp>
        <p:nvSpPr>
          <p:cNvPr id="4" name="Slide Number Placeholder 3"/>
          <p:cNvSpPr>
            <a:spLocks noGrp="1"/>
          </p:cNvSpPr>
          <p:nvPr>
            <p:ph type="sldNum" sz="quarter" idx="5"/>
          </p:nvPr>
        </p:nvSpPr>
        <p:spPr/>
        <p:txBody>
          <a:bodyPr/>
          <a:lstStyle/>
          <a:p>
            <a:pPr rtl="0"/>
            <a:fld id="{E29F3FAF-CC6A-478D-BF6B-BD1EE87BC1BE}" type="slidenum">
              <a:rPr lang="en-US" smtClean="0"/>
              <a:t>12</a:t>
            </a:fld>
            <a:endParaRPr lang="en-US"/>
          </a:p>
        </p:txBody>
      </p:sp>
    </p:spTree>
    <p:extLst>
      <p:ext uri="{BB962C8B-B14F-4D97-AF65-F5344CB8AC3E}">
        <p14:creationId xmlns:p14="http://schemas.microsoft.com/office/powerpoint/2010/main" val="19472824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Este diapositivo referencia informações do seguinte ficheiro: https://d.docs.live.net/20DAEBD468123381/Arquivos%20de%20Microsoft%20Copilot%20Chat/RELATO%CC%81RIO%20DE%20ANA%CC%81LISE%20SEGMENTAC%CC%A7A%CC%83O%20DE%20CLIENTES%20DE%20ALTA%20RENDA.docx
Para facilitar a interpretação dos resultados, foram criados gráficos comparativos das principais métricas: acurácia, precisão, recall, F1-score e ROC-AUC. Esses gráficos permitem visualizar rapidamente quais modelos se destacam em cada dimensão, evidenciando a superioridade do Gradient Boosting Otimizado em quase todos os indicadores. A visualização gráfica é essencial para comunicar insights de forma clara e apoiar a tomada de decisão, especialmente em apresentações para stakeholders não técnicos.
</a:t>
            </a:r>
          </a:p>
        </p:txBody>
      </p:sp>
      <p:sp>
        <p:nvSpPr>
          <p:cNvPr id="4" name="Slide Number Placeholder 3"/>
          <p:cNvSpPr>
            <a:spLocks noGrp="1"/>
          </p:cNvSpPr>
          <p:nvPr>
            <p:ph type="sldNum" sz="quarter" idx="5"/>
          </p:nvPr>
        </p:nvSpPr>
        <p:spPr/>
        <p:txBody>
          <a:bodyPr/>
          <a:lstStyle/>
          <a:p>
            <a:pPr rtl="0"/>
            <a:fld id="{E29F3FAF-CC6A-478D-BF6B-BD1EE87BC1BE}" type="slidenum">
              <a:rPr lang="en-US" smtClean="0"/>
              <a:t>13</a:t>
            </a:fld>
            <a:endParaRPr lang="en-US"/>
          </a:p>
        </p:txBody>
      </p:sp>
    </p:spTree>
    <p:extLst>
      <p:ext uri="{BB962C8B-B14F-4D97-AF65-F5344CB8AC3E}">
        <p14:creationId xmlns:p14="http://schemas.microsoft.com/office/powerpoint/2010/main" val="12406950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Este diapositivo referencia informações do seguinte ficheiro: https://d.docs.live.net/20DAEBD468123381/Arquivos%20de%20Microsoft%20Copilot%20Chat/RELATO%CC%81RIO%20DE%20ANA%CC%81LISE%20SEGMENTAC%CC%A7A%CC%83O%20DE%20CLIENTES%20DE%20ALTA%20RENDA.docx
Critérios de Seleção
</a:t>
            </a:r>
          </a:p>
        </p:txBody>
      </p:sp>
      <p:sp>
        <p:nvSpPr>
          <p:cNvPr id="4" name="Slide Number Placeholder 3"/>
          <p:cNvSpPr>
            <a:spLocks noGrp="1"/>
          </p:cNvSpPr>
          <p:nvPr>
            <p:ph type="sldNum" sz="quarter" idx="5"/>
          </p:nvPr>
        </p:nvSpPr>
        <p:spPr/>
        <p:txBody>
          <a:bodyPr/>
          <a:lstStyle/>
          <a:p>
            <a:pPr rtl="0"/>
            <a:fld id="{E29F3FAF-CC6A-478D-BF6B-BD1EE87BC1BE}" type="slidenum">
              <a:rPr lang="en-US" smtClean="0"/>
              <a:t>14</a:t>
            </a:fld>
            <a:endParaRPr lang="en-US"/>
          </a:p>
        </p:txBody>
      </p:sp>
    </p:spTree>
    <p:extLst>
      <p:ext uri="{BB962C8B-B14F-4D97-AF65-F5344CB8AC3E}">
        <p14:creationId xmlns:p14="http://schemas.microsoft.com/office/powerpoint/2010/main" val="995920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Este diapositivo referencia informações do seguinte ficheiro: https://d.docs.live.net/20DAEBD468123381/Arquivos%20de%20Microsoft%20Copilot%20Chat/RELATO%CC%81RIO%20DE%20ANA%CC%81LISE%20SEGMENTAC%CC%A7A%CC%83O%20DE%20CLIENTES%20DE%20ALTA%20RENDA.docx
O modelo escolhido foi o Gradient Boosting Otimizado, pois atende à prioridade estratégica de maximizar a identificação de clientes de alta renda, mesmo que isso implique alguns falsos positivos. Essa decisão considera que o maior risco para o negócio é deixar clientes relevantes fora do radar. Além disso, o tempo de avaliação de novos clientes é baixo, tornando o modelo viável para uso em produção. As variáveis derivadas criadas durante o pré-processamento também contribuíram para o excelente desempenho do modelo.
</a:t>
            </a:r>
          </a:p>
        </p:txBody>
      </p:sp>
      <p:sp>
        <p:nvSpPr>
          <p:cNvPr id="4" name="Slide Number Placeholder 3"/>
          <p:cNvSpPr>
            <a:spLocks noGrp="1"/>
          </p:cNvSpPr>
          <p:nvPr>
            <p:ph type="sldNum" sz="quarter" idx="5"/>
          </p:nvPr>
        </p:nvSpPr>
        <p:spPr/>
        <p:txBody>
          <a:bodyPr/>
          <a:lstStyle/>
          <a:p>
            <a:pPr rtl="0"/>
            <a:fld id="{E29F3FAF-CC6A-478D-BF6B-BD1EE87BC1BE}" type="slidenum">
              <a:rPr lang="en-US" smtClean="0"/>
              <a:t>15</a:t>
            </a:fld>
            <a:endParaRPr lang="en-US"/>
          </a:p>
        </p:txBody>
      </p:sp>
    </p:spTree>
    <p:extLst>
      <p:ext uri="{BB962C8B-B14F-4D97-AF65-F5344CB8AC3E}">
        <p14:creationId xmlns:p14="http://schemas.microsoft.com/office/powerpoint/2010/main" val="2529177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Este diapositivo referencia informações do seguinte ficheiro: https://d.docs.live.net/20DAEBD468123381/Arquivos%20de%20Microsoft%20Copilot%20Chat/RELATO%CC%81RIO%20DE%20ANA%CC%81LISE%20SEGMENTAC%CC%A7A%CC%83O%20DE%20CLIENTES%20DE%20ALTA%20RENDA.docx
Impacto e Benefícios
</a:t>
            </a:r>
          </a:p>
        </p:txBody>
      </p:sp>
      <p:sp>
        <p:nvSpPr>
          <p:cNvPr id="4" name="Slide Number Placeholder 3"/>
          <p:cNvSpPr>
            <a:spLocks noGrp="1"/>
          </p:cNvSpPr>
          <p:nvPr>
            <p:ph type="sldNum" sz="quarter" idx="5"/>
          </p:nvPr>
        </p:nvSpPr>
        <p:spPr/>
        <p:txBody>
          <a:bodyPr/>
          <a:lstStyle/>
          <a:p>
            <a:pPr rtl="0"/>
            <a:fld id="{E29F3FAF-CC6A-478D-BF6B-BD1EE87BC1BE}" type="slidenum">
              <a:rPr lang="en-US" smtClean="0"/>
              <a:t>16</a:t>
            </a:fld>
            <a:endParaRPr lang="en-US"/>
          </a:p>
        </p:txBody>
      </p:sp>
    </p:spTree>
    <p:extLst>
      <p:ext uri="{BB962C8B-B14F-4D97-AF65-F5344CB8AC3E}">
        <p14:creationId xmlns:p14="http://schemas.microsoft.com/office/powerpoint/2010/main" val="362648644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Este diapositivo referencia informações do seguinte ficheiro: https://d.docs.live.net/20DAEBD468123381/Arquivos%20de%20Microsoft%20Copilot%20Chat/RELATO%CC%81RIO%20DE%20ANA%CC%81LISE%20SEGMENTAC%CC%A7A%CC%83O%20DE%20CLIENTES%20DE%20ALTA%20RENDA.docx
A implementação do modelo permitirá ampliar a captação de clientes de alta renda, aumentar a eficiência das ações comerciais e fortalecer a estratégia de uso de dados no relacionamento com investidores. Com uma lista priorizada de clientes, as equipes comerciais poderão direcionar produtos adequados ao potencial financeiro de cada cliente, reduzindo abordagens pouco relevantes e melhorando a experiência do cliente. Essa aplicação prática reforça o papel da inteligência artificial como ferramenta estratégica para geração de valor.
</a:t>
            </a:r>
          </a:p>
        </p:txBody>
      </p:sp>
      <p:sp>
        <p:nvSpPr>
          <p:cNvPr id="4" name="Slide Number Placeholder 3"/>
          <p:cNvSpPr>
            <a:spLocks noGrp="1"/>
          </p:cNvSpPr>
          <p:nvPr>
            <p:ph type="sldNum" sz="quarter" idx="5"/>
          </p:nvPr>
        </p:nvSpPr>
        <p:spPr/>
        <p:txBody>
          <a:bodyPr/>
          <a:lstStyle/>
          <a:p>
            <a:pPr rtl="0"/>
            <a:fld id="{E29F3FAF-CC6A-478D-BF6B-BD1EE87BC1BE}" type="slidenum">
              <a:rPr lang="en-US" smtClean="0"/>
              <a:t>17</a:t>
            </a:fld>
            <a:endParaRPr lang="en-US"/>
          </a:p>
        </p:txBody>
      </p:sp>
    </p:spTree>
    <p:extLst>
      <p:ext uri="{BB962C8B-B14F-4D97-AF65-F5344CB8AC3E}">
        <p14:creationId xmlns:p14="http://schemas.microsoft.com/office/powerpoint/2010/main" val="15144747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Este diapositivo referencia informações do seguinte ficheiro: https://d.docs.live.net/20DAEBD468123381/Arquivos%20de%20Microsoft%20Copilot%20Chat/RELATO%CC%81RIO%20DE%20ANA%CC%81LISE%20SEGMENTAC%CC%A7A%CC%83O%20DE%20CLIENTES%20DE%20ALTA%20RENDA.docx
Implantação e Monitoramento
</a:t>
            </a:r>
          </a:p>
        </p:txBody>
      </p:sp>
      <p:sp>
        <p:nvSpPr>
          <p:cNvPr id="4" name="Slide Number Placeholder 3"/>
          <p:cNvSpPr>
            <a:spLocks noGrp="1"/>
          </p:cNvSpPr>
          <p:nvPr>
            <p:ph type="sldNum" sz="quarter" idx="5"/>
          </p:nvPr>
        </p:nvSpPr>
        <p:spPr/>
        <p:txBody>
          <a:bodyPr/>
          <a:lstStyle/>
          <a:p>
            <a:pPr rtl="0"/>
            <a:fld id="{E29F3FAF-CC6A-478D-BF6B-BD1EE87BC1BE}" type="slidenum">
              <a:rPr lang="en-US" smtClean="0"/>
              <a:t>18</a:t>
            </a:fld>
            <a:endParaRPr lang="en-US"/>
          </a:p>
        </p:txBody>
      </p:sp>
    </p:spTree>
    <p:extLst>
      <p:ext uri="{BB962C8B-B14F-4D97-AF65-F5344CB8AC3E}">
        <p14:creationId xmlns:p14="http://schemas.microsoft.com/office/powerpoint/2010/main" val="77421808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Este diapositivo referencia informações do seguinte ficheiro: https://d.docs.live.net/20DAEBD468123381/Arquivos%20de%20Microsoft%20Copilot%20Chat/RELATO%CC%81RIO%20DE%20ANA%CC%81LISE%20SEGMENTAC%CC%A7A%CC%83O%20DE%20CLIENTES%20DE%20ALTA%20RENDA.docx
O projeto representa um avanço significativo na direção de uma tomada de decisão orientada por dados, com impacto direto em receita e eficiência operacional. Os próximos passos incluem a implantação do modelo nos sistemas internos da área comercial, monitoramento contínuo de desempenho e ajustes periódicos. A coleta de feedback das equipes será fundamental para calibrar limiares e refinar o uso dos scores gerados. Essa abordagem garante que a solução permaneça alinhada às necessidades do negócio e evolua conforme mudanças no mercado.
</a:t>
            </a:r>
          </a:p>
        </p:txBody>
      </p:sp>
      <p:sp>
        <p:nvSpPr>
          <p:cNvPr id="4" name="Slide Number Placeholder 3"/>
          <p:cNvSpPr>
            <a:spLocks noGrp="1"/>
          </p:cNvSpPr>
          <p:nvPr>
            <p:ph type="sldNum" sz="quarter" idx="5"/>
          </p:nvPr>
        </p:nvSpPr>
        <p:spPr/>
        <p:txBody>
          <a:bodyPr/>
          <a:lstStyle/>
          <a:p>
            <a:pPr rtl="0"/>
            <a:fld id="{E29F3FAF-CC6A-478D-BF6B-BD1EE87BC1BE}" type="slidenum">
              <a:rPr lang="en-US" smtClean="0"/>
              <a:t>19</a:t>
            </a:fld>
            <a:endParaRPr lang="en-US"/>
          </a:p>
        </p:txBody>
      </p:sp>
    </p:spTree>
    <p:extLst>
      <p:ext uri="{BB962C8B-B14F-4D97-AF65-F5344CB8AC3E}">
        <p14:creationId xmlns:p14="http://schemas.microsoft.com/office/powerpoint/2010/main" val="32578102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Slide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684212" y="685799"/>
            <a:ext cx="8001000" cy="2971801"/>
          </a:xfrm>
        </p:spPr>
        <p:txBody>
          <a:bodyPr anchor="b">
            <a:normAutofit/>
          </a:bodyPr>
          <a:lstStyle>
            <a:lvl1pPr algn="l">
              <a:defRPr sz="4800">
                <a:effectLst/>
              </a:defRPr>
            </a:lvl1pPr>
          </a:lstStyle>
          <a:p>
            <a:r>
              <a:rPr lang="pt-BR"/>
              <a:t>Clique para editar o título Mestre</a:t>
            </a:r>
            <a:endParaRPr lang="en-US" dirty="0"/>
          </a:p>
        </p:txBody>
      </p:sp>
      <p:sp>
        <p:nvSpPr>
          <p:cNvPr id="3" name="Subtitle 2"/>
          <p:cNvSpPr>
            <a:spLocks noGrp="1"/>
          </p:cNvSpPr>
          <p:nvPr>
            <p:ph type="subTitle" idx="1"/>
          </p:nvPr>
        </p:nvSpPr>
        <p:spPr>
          <a:xfrm>
            <a:off x="684212" y="3843867"/>
            <a:ext cx="6400800" cy="1947333"/>
          </a:xfrm>
        </p:spPr>
        <p:txBody>
          <a:bodyPr anchor="t">
            <a:normAutofit/>
          </a:bodyPr>
          <a:lstStyle>
            <a:lvl1pPr marL="0" indent="0" algn="l">
              <a:buNone/>
              <a:defRPr sz="2100">
                <a:solidFill>
                  <a:schemeClr val="bg2">
                    <a:lumMod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pt-BR"/>
              <a:t>Clique para editar o estilo do subtítulo Mestre</a:t>
            </a:r>
            <a:endParaRPr lang="en-US" dirty="0"/>
          </a:p>
        </p:txBody>
      </p:sp>
      <p:sp>
        <p:nvSpPr>
          <p:cNvPr id="4" name="Date Placeholder 3"/>
          <p:cNvSpPr>
            <a:spLocks noGrp="1"/>
          </p:cNvSpPr>
          <p:nvPr>
            <p:ph type="dt" sz="half" idx="10"/>
          </p:nvPr>
        </p:nvSpPr>
        <p:spPr/>
        <p:txBody>
          <a:bodyPr/>
          <a:lstStyle/>
          <a:p>
            <a:pPr rtl="0"/>
            <a:r>
              <a:rPr lang="pt-BR"/>
              <a:t>24/02/2025</a:t>
            </a:r>
            <a:endParaRPr lang="en-US"/>
          </a:p>
        </p:txBody>
      </p:sp>
      <p:sp>
        <p:nvSpPr>
          <p:cNvPr id="5" name="Footer Placeholder 4"/>
          <p:cNvSpPr>
            <a:spLocks noGrp="1"/>
          </p:cNvSpPr>
          <p:nvPr>
            <p:ph type="ftr" sz="quarter" idx="11"/>
          </p:nvPr>
        </p:nvSpPr>
        <p:spPr/>
        <p:txBody>
          <a:bodyPr/>
          <a:lstStyle/>
          <a:p>
            <a:pPr rtl="0"/>
            <a:r>
              <a:rPr lang="pt-BR"/>
              <a:t>Exemplo de Texto de Rodapé</a:t>
            </a:r>
            <a:endParaRPr lang="pt-br"/>
          </a:p>
        </p:txBody>
      </p:sp>
      <p:sp>
        <p:nvSpPr>
          <p:cNvPr id="6" name="Slide Number Placeholder 5"/>
          <p:cNvSpPr>
            <a:spLocks noGrp="1"/>
          </p:cNvSpPr>
          <p:nvPr>
            <p:ph type="sldNum" sz="quarter" idx="12"/>
          </p:nvPr>
        </p:nvSpPr>
        <p:spPr/>
        <p:txBody>
          <a:bodyPr/>
          <a:lstStyle/>
          <a:p>
            <a:pPr rtl="0"/>
            <a:fld id="{2DE90F28-AFBB-4AB2-AA79-6D3F72ED131B}" type="slidenum">
              <a:rPr lang="en-US" smtClean="0"/>
              <a:t>‹nº›</a:t>
            </a:fld>
            <a:endParaRPr lang="en-US"/>
          </a:p>
        </p:txBody>
      </p:sp>
      <p:cxnSp>
        <p:nvCxnSpPr>
          <p:cNvPr id="16" name="Straight Connector 15"/>
          <p:cNvCxnSpPr/>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p:cNvCxnSpPr/>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p:cNvCxnSpPr/>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p:cNvCxnSpPr/>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859152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dirty="0"/>
          </a:p>
        </p:txBody>
      </p:sp>
      <p:sp>
        <p:nvSpPr>
          <p:cNvPr id="3" name="Content Placeholder 2"/>
          <p:cNvSpPr>
            <a:spLocks noGrp="1"/>
          </p:cNvSpPr>
          <p:nvPr>
            <p:ph idx="1"/>
          </p:nvPr>
        </p:nvSpPr>
        <p:spPr/>
        <p:txBody>
          <a:bodyPr anchor="ct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Date Placeholder 3"/>
          <p:cNvSpPr>
            <a:spLocks noGrp="1"/>
          </p:cNvSpPr>
          <p:nvPr>
            <p:ph type="dt" sz="half" idx="10"/>
          </p:nvPr>
        </p:nvSpPr>
        <p:spPr/>
        <p:txBody>
          <a:bodyPr/>
          <a:lstStyle/>
          <a:p>
            <a:pPr rtl="0"/>
            <a:r>
              <a:rPr lang="pt-BR"/>
              <a:t>24/02/2025</a:t>
            </a:r>
            <a:endParaRPr lang="en-US"/>
          </a:p>
        </p:txBody>
      </p:sp>
      <p:sp>
        <p:nvSpPr>
          <p:cNvPr id="5" name="Footer Placeholder 4"/>
          <p:cNvSpPr>
            <a:spLocks noGrp="1"/>
          </p:cNvSpPr>
          <p:nvPr>
            <p:ph type="ftr" sz="quarter" idx="11"/>
          </p:nvPr>
        </p:nvSpPr>
        <p:spPr/>
        <p:txBody>
          <a:bodyPr/>
          <a:lstStyle/>
          <a:p>
            <a:pPr rtl="0"/>
            <a:r>
              <a:rPr lang="pt-BR"/>
              <a:t>Exemplo de Texto de Rodapé</a:t>
            </a:r>
            <a:endParaRPr lang="pt-br"/>
          </a:p>
        </p:txBody>
      </p:sp>
      <p:sp>
        <p:nvSpPr>
          <p:cNvPr id="6" name="Slide Number Placeholder 5"/>
          <p:cNvSpPr>
            <a:spLocks noGrp="1"/>
          </p:cNvSpPr>
          <p:nvPr>
            <p:ph type="sldNum" sz="quarter" idx="12"/>
          </p:nvPr>
        </p:nvSpPr>
        <p:spPr/>
        <p:txBody>
          <a:bodyPr/>
          <a:lstStyle/>
          <a:p>
            <a:pPr rtl="0"/>
            <a:fld id="{2DE90F28-AFBB-4AB2-AA79-6D3F72ED131B}" type="slidenum">
              <a:rPr lang="en-US" smtClean="0"/>
              <a:t>‹nº›</a:t>
            </a:fld>
            <a:endParaRPr lang="en-US"/>
          </a:p>
        </p:txBody>
      </p:sp>
    </p:spTree>
    <p:extLst>
      <p:ext uri="{BB962C8B-B14F-4D97-AF65-F5344CB8AC3E}">
        <p14:creationId xmlns:p14="http://schemas.microsoft.com/office/powerpoint/2010/main" val="15596732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itle 1"/>
          <p:cNvSpPr>
            <a:spLocks noGrp="1"/>
          </p:cNvSpPr>
          <p:nvPr>
            <p:ph type="title"/>
          </p:nvPr>
        </p:nvSpPr>
        <p:spPr>
          <a:xfrm>
            <a:off x="684211" y="2006600"/>
            <a:ext cx="8534401" cy="2281600"/>
          </a:xfrm>
        </p:spPr>
        <p:txBody>
          <a:bodyPr anchor="b">
            <a:normAutofit/>
          </a:bodyPr>
          <a:lstStyle>
            <a:lvl1pPr algn="l">
              <a:defRPr sz="3600" b="0" cap="all"/>
            </a:lvl1pPr>
          </a:lstStyle>
          <a:p>
            <a:r>
              <a:rPr lang="pt-BR"/>
              <a:t>Clique para editar o título Mestre</a:t>
            </a:r>
            <a:endParaRPr lang="en-US" dirty="0"/>
          </a:p>
        </p:txBody>
      </p:sp>
      <p:sp>
        <p:nvSpPr>
          <p:cNvPr id="3" name="Text Placeholder 2"/>
          <p:cNvSpPr>
            <a:spLocks noGrp="1"/>
          </p:cNvSpPr>
          <p:nvPr>
            <p:ph type="body" idx="1"/>
          </p:nvPr>
        </p:nvSpPr>
        <p:spPr>
          <a:xfrm>
            <a:off x="684213" y="4495800"/>
            <a:ext cx="8534400" cy="14986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pt-BR"/>
              <a:t>Clique para editar os estilos de texto Mestres</a:t>
            </a:r>
          </a:p>
        </p:txBody>
      </p:sp>
      <p:sp>
        <p:nvSpPr>
          <p:cNvPr id="4" name="Date Placeholder 3"/>
          <p:cNvSpPr>
            <a:spLocks noGrp="1"/>
          </p:cNvSpPr>
          <p:nvPr>
            <p:ph type="dt" sz="half" idx="10"/>
          </p:nvPr>
        </p:nvSpPr>
        <p:spPr/>
        <p:txBody>
          <a:bodyPr/>
          <a:lstStyle/>
          <a:p>
            <a:pPr rtl="0"/>
            <a:r>
              <a:rPr lang="pt-BR"/>
              <a:t>24/02/2025</a:t>
            </a:r>
            <a:endParaRPr lang="en-US"/>
          </a:p>
        </p:txBody>
      </p:sp>
      <p:sp>
        <p:nvSpPr>
          <p:cNvPr id="5" name="Footer Placeholder 4"/>
          <p:cNvSpPr>
            <a:spLocks noGrp="1"/>
          </p:cNvSpPr>
          <p:nvPr>
            <p:ph type="ftr" sz="quarter" idx="11"/>
          </p:nvPr>
        </p:nvSpPr>
        <p:spPr/>
        <p:txBody>
          <a:bodyPr/>
          <a:lstStyle/>
          <a:p>
            <a:pPr rtl="0"/>
            <a:r>
              <a:rPr lang="pt-BR"/>
              <a:t>Exemplo de Texto de Rodapé</a:t>
            </a:r>
            <a:endParaRPr lang="pt-br"/>
          </a:p>
        </p:txBody>
      </p:sp>
      <p:sp>
        <p:nvSpPr>
          <p:cNvPr id="6" name="Slide Number Placeholder 5"/>
          <p:cNvSpPr>
            <a:spLocks noGrp="1"/>
          </p:cNvSpPr>
          <p:nvPr>
            <p:ph type="sldNum" sz="quarter" idx="12"/>
          </p:nvPr>
        </p:nvSpPr>
        <p:spPr/>
        <p:txBody>
          <a:bodyPr/>
          <a:lstStyle/>
          <a:p>
            <a:pPr rtl="0"/>
            <a:fld id="{2DE90F28-AFBB-4AB2-AA79-6D3F72ED131B}" type="slidenum">
              <a:rPr lang="en-US" smtClean="0"/>
              <a:t>‹nº›</a:t>
            </a:fld>
            <a:endParaRPr lang="en-US"/>
          </a:p>
        </p:txBody>
      </p:sp>
    </p:spTree>
    <p:extLst>
      <p:ext uri="{BB962C8B-B14F-4D97-AF65-F5344CB8AC3E}">
        <p14:creationId xmlns:p14="http://schemas.microsoft.com/office/powerpoint/2010/main" val="19543830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dirty="0"/>
          </a:p>
        </p:txBody>
      </p:sp>
      <p:sp>
        <p:nvSpPr>
          <p:cNvPr id="3" name="Content Placeholder 2"/>
          <p:cNvSpPr>
            <a:spLocks noGrp="1"/>
          </p:cNvSpPr>
          <p:nvPr>
            <p:ph sz="half" idx="1"/>
          </p:nvPr>
        </p:nvSpPr>
        <p:spPr>
          <a:xfrm>
            <a:off x="684211" y="685800"/>
            <a:ext cx="4937655" cy="3615267"/>
          </a:xfrm>
        </p:spPr>
        <p:txBody>
          <a:bodyPr>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Content Placeholder 3"/>
          <p:cNvSpPr>
            <a:spLocks noGrp="1"/>
          </p:cNvSpPr>
          <p:nvPr>
            <p:ph sz="half" idx="2"/>
          </p:nvPr>
        </p:nvSpPr>
        <p:spPr>
          <a:xfrm>
            <a:off x="5808133" y="685801"/>
            <a:ext cx="4934479" cy="3615266"/>
          </a:xfrm>
        </p:spPr>
        <p:txBody>
          <a:bodyPr>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5" name="Date Placeholder 4"/>
          <p:cNvSpPr>
            <a:spLocks noGrp="1"/>
          </p:cNvSpPr>
          <p:nvPr>
            <p:ph type="dt" sz="half" idx="10"/>
          </p:nvPr>
        </p:nvSpPr>
        <p:spPr/>
        <p:txBody>
          <a:bodyPr/>
          <a:lstStyle/>
          <a:p>
            <a:pPr rtl="0"/>
            <a:r>
              <a:rPr lang="pt-BR"/>
              <a:t>24/02/2025</a:t>
            </a:r>
            <a:endParaRPr lang="en-US"/>
          </a:p>
        </p:txBody>
      </p:sp>
      <p:sp>
        <p:nvSpPr>
          <p:cNvPr id="6" name="Footer Placeholder 5"/>
          <p:cNvSpPr>
            <a:spLocks noGrp="1"/>
          </p:cNvSpPr>
          <p:nvPr>
            <p:ph type="ftr" sz="quarter" idx="11"/>
          </p:nvPr>
        </p:nvSpPr>
        <p:spPr/>
        <p:txBody>
          <a:bodyPr/>
          <a:lstStyle/>
          <a:p>
            <a:pPr rtl="0"/>
            <a:r>
              <a:rPr lang="pt-BR"/>
              <a:t>Exemplo de Texto de Rodapé</a:t>
            </a:r>
            <a:endParaRPr lang="pt-br"/>
          </a:p>
        </p:txBody>
      </p:sp>
      <p:sp>
        <p:nvSpPr>
          <p:cNvPr id="7" name="Slide Number Placeholder 6"/>
          <p:cNvSpPr>
            <a:spLocks noGrp="1"/>
          </p:cNvSpPr>
          <p:nvPr>
            <p:ph type="sldNum" sz="quarter" idx="12"/>
          </p:nvPr>
        </p:nvSpPr>
        <p:spPr/>
        <p:txBody>
          <a:bodyPr/>
          <a:lstStyle/>
          <a:p>
            <a:pPr rtl="0"/>
            <a:fld id="{2DE90F28-AFBB-4AB2-AA79-6D3F72ED131B}" type="slidenum">
              <a:rPr lang="en-US" smtClean="0"/>
              <a:t>‹nº›</a:t>
            </a:fld>
            <a:endParaRPr lang="en-US"/>
          </a:p>
        </p:txBody>
      </p:sp>
    </p:spTree>
    <p:extLst>
      <p:ext uri="{BB962C8B-B14F-4D97-AF65-F5344CB8AC3E}">
        <p14:creationId xmlns:p14="http://schemas.microsoft.com/office/powerpoint/2010/main" val="28953187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pt-BR"/>
              <a:t>Clique para editar o título Mestre</a:t>
            </a:r>
            <a:endParaRPr lang="en-US" dirty="0"/>
          </a:p>
        </p:txBody>
      </p:sp>
      <p:sp>
        <p:nvSpPr>
          <p:cNvPr id="3" name="Text Placeholder 2"/>
          <p:cNvSpPr>
            <a:spLocks noGrp="1"/>
          </p:cNvSpPr>
          <p:nvPr>
            <p:ph type="body" idx="1"/>
          </p:nvPr>
        </p:nvSpPr>
        <p:spPr>
          <a:xfrm>
            <a:off x="972080" y="685800"/>
            <a:ext cx="4649787" cy="576262"/>
          </a:xfrm>
        </p:spPr>
        <p:txBody>
          <a:bodyPr anchor="b">
            <a:no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Content Placeholder 3"/>
          <p:cNvSpPr>
            <a:spLocks noGrp="1"/>
          </p:cNvSpPr>
          <p:nvPr>
            <p:ph sz="half" idx="2"/>
          </p:nvPr>
        </p:nvSpPr>
        <p:spPr>
          <a:xfrm>
            <a:off x="684211" y="1270529"/>
            <a:ext cx="4937655" cy="3030538"/>
          </a:xfrm>
        </p:spPr>
        <p:txBody>
          <a:bodyPr anchor="t">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5" name="Text Placeholder 4"/>
          <p:cNvSpPr>
            <a:spLocks noGrp="1"/>
          </p:cNvSpPr>
          <p:nvPr>
            <p:ph type="body" sz="quarter" idx="3"/>
          </p:nvPr>
        </p:nvSpPr>
        <p:spPr>
          <a:xfrm>
            <a:off x="6079066" y="685800"/>
            <a:ext cx="4665134" cy="576262"/>
          </a:xfrm>
        </p:spPr>
        <p:txBody>
          <a:bodyPr anchor="b">
            <a:no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Content Placeholder 5"/>
          <p:cNvSpPr>
            <a:spLocks noGrp="1"/>
          </p:cNvSpPr>
          <p:nvPr>
            <p:ph sz="quarter" idx="4"/>
          </p:nvPr>
        </p:nvSpPr>
        <p:spPr>
          <a:xfrm>
            <a:off x="5806545" y="1262062"/>
            <a:ext cx="4929188" cy="3030538"/>
          </a:xfrm>
        </p:spPr>
        <p:txBody>
          <a:bodyPr anchor="t">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7" name="Date Placeholder 6"/>
          <p:cNvSpPr>
            <a:spLocks noGrp="1"/>
          </p:cNvSpPr>
          <p:nvPr>
            <p:ph type="dt" sz="half" idx="10"/>
          </p:nvPr>
        </p:nvSpPr>
        <p:spPr/>
        <p:txBody>
          <a:bodyPr/>
          <a:lstStyle/>
          <a:p>
            <a:pPr rtl="0"/>
            <a:r>
              <a:rPr lang="pt-BR"/>
              <a:t>24/02/2025</a:t>
            </a:r>
            <a:endParaRPr lang="en-US"/>
          </a:p>
        </p:txBody>
      </p:sp>
      <p:sp>
        <p:nvSpPr>
          <p:cNvPr id="8" name="Footer Placeholder 7"/>
          <p:cNvSpPr>
            <a:spLocks noGrp="1"/>
          </p:cNvSpPr>
          <p:nvPr>
            <p:ph type="ftr" sz="quarter" idx="11"/>
          </p:nvPr>
        </p:nvSpPr>
        <p:spPr/>
        <p:txBody>
          <a:bodyPr/>
          <a:lstStyle/>
          <a:p>
            <a:pPr rtl="0"/>
            <a:r>
              <a:rPr lang="pt-BR"/>
              <a:t>Exemplo de Texto de Rodapé</a:t>
            </a:r>
            <a:endParaRPr lang="pt-br"/>
          </a:p>
        </p:txBody>
      </p:sp>
      <p:sp>
        <p:nvSpPr>
          <p:cNvPr id="9" name="Slide Number Placeholder 8"/>
          <p:cNvSpPr>
            <a:spLocks noGrp="1"/>
          </p:cNvSpPr>
          <p:nvPr>
            <p:ph type="sldNum" sz="quarter" idx="12"/>
          </p:nvPr>
        </p:nvSpPr>
        <p:spPr/>
        <p:txBody>
          <a:bodyPr/>
          <a:lstStyle/>
          <a:p>
            <a:pPr rtl="0"/>
            <a:fld id="{2DE90F28-AFBB-4AB2-AA79-6D3F72ED131B}" type="slidenum">
              <a:rPr lang="en-US" smtClean="0"/>
              <a:t>‹nº›</a:t>
            </a:fld>
            <a:endParaRPr lang="en-US"/>
          </a:p>
        </p:txBody>
      </p:sp>
    </p:spTree>
    <p:extLst>
      <p:ext uri="{BB962C8B-B14F-4D97-AF65-F5344CB8AC3E}">
        <p14:creationId xmlns:p14="http://schemas.microsoft.com/office/powerpoint/2010/main" val="2012255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dirty="0"/>
          </a:p>
        </p:txBody>
      </p:sp>
      <p:sp>
        <p:nvSpPr>
          <p:cNvPr id="3" name="Date Placeholder 2"/>
          <p:cNvSpPr>
            <a:spLocks noGrp="1"/>
          </p:cNvSpPr>
          <p:nvPr>
            <p:ph type="dt" sz="half" idx="10"/>
          </p:nvPr>
        </p:nvSpPr>
        <p:spPr/>
        <p:txBody>
          <a:bodyPr/>
          <a:lstStyle/>
          <a:p>
            <a:pPr rtl="0"/>
            <a:r>
              <a:rPr lang="pt-BR"/>
              <a:t>24/02/2025</a:t>
            </a:r>
            <a:endParaRPr lang="en-US"/>
          </a:p>
        </p:txBody>
      </p:sp>
      <p:sp>
        <p:nvSpPr>
          <p:cNvPr id="4" name="Footer Placeholder 3"/>
          <p:cNvSpPr>
            <a:spLocks noGrp="1"/>
          </p:cNvSpPr>
          <p:nvPr>
            <p:ph type="ftr" sz="quarter" idx="11"/>
          </p:nvPr>
        </p:nvSpPr>
        <p:spPr/>
        <p:txBody>
          <a:bodyPr/>
          <a:lstStyle/>
          <a:p>
            <a:pPr rtl="0"/>
            <a:r>
              <a:rPr lang="pt-BR"/>
              <a:t>Exemplo de Texto de Rodapé</a:t>
            </a:r>
            <a:endParaRPr lang="pt-br"/>
          </a:p>
        </p:txBody>
      </p:sp>
      <p:sp>
        <p:nvSpPr>
          <p:cNvPr id="5" name="Slide Number Placeholder 4"/>
          <p:cNvSpPr>
            <a:spLocks noGrp="1"/>
          </p:cNvSpPr>
          <p:nvPr>
            <p:ph type="sldNum" sz="quarter" idx="12"/>
          </p:nvPr>
        </p:nvSpPr>
        <p:spPr/>
        <p:txBody>
          <a:bodyPr/>
          <a:lstStyle/>
          <a:p>
            <a:pPr rtl="0"/>
            <a:fld id="{2DE90F28-AFBB-4AB2-AA79-6D3F72ED131B}" type="slidenum">
              <a:rPr lang="en-US" smtClean="0"/>
              <a:t>‹nº›</a:t>
            </a:fld>
            <a:endParaRPr lang="en-US"/>
          </a:p>
        </p:txBody>
      </p:sp>
    </p:spTree>
    <p:extLst>
      <p:ext uri="{BB962C8B-B14F-4D97-AF65-F5344CB8AC3E}">
        <p14:creationId xmlns:p14="http://schemas.microsoft.com/office/powerpoint/2010/main" val="34724400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rtl="0"/>
            <a:r>
              <a:rPr lang="pt-BR"/>
              <a:t>24/02/2025</a:t>
            </a:r>
            <a:endParaRPr lang="en-US"/>
          </a:p>
        </p:txBody>
      </p:sp>
      <p:sp>
        <p:nvSpPr>
          <p:cNvPr id="3" name="Footer Placeholder 2"/>
          <p:cNvSpPr>
            <a:spLocks noGrp="1"/>
          </p:cNvSpPr>
          <p:nvPr>
            <p:ph type="ftr" sz="quarter" idx="11"/>
          </p:nvPr>
        </p:nvSpPr>
        <p:spPr/>
        <p:txBody>
          <a:bodyPr/>
          <a:lstStyle/>
          <a:p>
            <a:pPr rtl="0"/>
            <a:r>
              <a:rPr lang="pt-BR"/>
              <a:t>Exemplo de Texto de Rodapé</a:t>
            </a:r>
            <a:endParaRPr lang="pt-br"/>
          </a:p>
        </p:txBody>
      </p:sp>
      <p:sp>
        <p:nvSpPr>
          <p:cNvPr id="4" name="Slide Number Placeholder 3"/>
          <p:cNvSpPr>
            <a:spLocks noGrp="1"/>
          </p:cNvSpPr>
          <p:nvPr>
            <p:ph type="sldNum" sz="quarter" idx="12"/>
          </p:nvPr>
        </p:nvSpPr>
        <p:spPr/>
        <p:txBody>
          <a:bodyPr/>
          <a:lstStyle/>
          <a:p>
            <a:pPr rtl="0"/>
            <a:fld id="{2DE90F28-AFBB-4AB2-AA79-6D3F72ED131B}" type="slidenum">
              <a:rPr lang="en-US" smtClean="0"/>
              <a:t>‹nº›</a:t>
            </a:fld>
            <a:endParaRPr lang="en-US"/>
          </a:p>
        </p:txBody>
      </p:sp>
    </p:spTree>
    <p:extLst>
      <p:ext uri="{BB962C8B-B14F-4D97-AF65-F5344CB8AC3E}">
        <p14:creationId xmlns:p14="http://schemas.microsoft.com/office/powerpoint/2010/main" val="40388989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7085012" y="685800"/>
            <a:ext cx="3657600" cy="1371600"/>
          </a:xfrm>
        </p:spPr>
        <p:txBody>
          <a:bodyPr anchor="b">
            <a:normAutofit/>
          </a:bodyPr>
          <a:lstStyle>
            <a:lvl1pPr algn="l">
              <a:defRPr sz="2400" b="0"/>
            </a:lvl1pPr>
          </a:lstStyle>
          <a:p>
            <a:r>
              <a:rPr lang="pt-BR"/>
              <a:t>Clique para editar o título Mestre</a:t>
            </a:r>
            <a:endParaRPr lang="en-US" dirty="0"/>
          </a:p>
        </p:txBody>
      </p:sp>
      <p:sp>
        <p:nvSpPr>
          <p:cNvPr id="3" name="Content Placeholder 2"/>
          <p:cNvSpPr>
            <a:spLocks noGrp="1"/>
          </p:cNvSpPr>
          <p:nvPr>
            <p:ph idx="1"/>
          </p:nvPr>
        </p:nvSpPr>
        <p:spPr>
          <a:xfrm>
            <a:off x="684212" y="685800"/>
            <a:ext cx="5943601" cy="5308600"/>
          </a:xfrm>
        </p:spPr>
        <p:txBody>
          <a:bodyPr anchor="ctr">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Text Placeholder 3"/>
          <p:cNvSpPr>
            <a:spLocks noGrp="1"/>
          </p:cNvSpPr>
          <p:nvPr>
            <p:ph type="body" sz="half" idx="2"/>
          </p:nvPr>
        </p:nvSpPr>
        <p:spPr>
          <a:xfrm>
            <a:off x="7085012" y="2209799"/>
            <a:ext cx="36576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BR"/>
              <a:t>Clique para editar os estilos de texto Mestres</a:t>
            </a:r>
          </a:p>
        </p:txBody>
      </p:sp>
      <p:sp>
        <p:nvSpPr>
          <p:cNvPr id="5" name="Date Placeholder 4"/>
          <p:cNvSpPr>
            <a:spLocks noGrp="1"/>
          </p:cNvSpPr>
          <p:nvPr>
            <p:ph type="dt" sz="half" idx="10"/>
          </p:nvPr>
        </p:nvSpPr>
        <p:spPr/>
        <p:txBody>
          <a:bodyPr/>
          <a:lstStyle/>
          <a:p>
            <a:pPr rtl="0"/>
            <a:r>
              <a:rPr lang="pt-BR"/>
              <a:t>24/02/2025</a:t>
            </a:r>
            <a:endParaRPr lang="en-US"/>
          </a:p>
        </p:txBody>
      </p:sp>
      <p:sp>
        <p:nvSpPr>
          <p:cNvPr id="6" name="Footer Placeholder 5"/>
          <p:cNvSpPr>
            <a:spLocks noGrp="1"/>
          </p:cNvSpPr>
          <p:nvPr>
            <p:ph type="ftr" sz="quarter" idx="11"/>
          </p:nvPr>
        </p:nvSpPr>
        <p:spPr/>
        <p:txBody>
          <a:bodyPr/>
          <a:lstStyle/>
          <a:p>
            <a:pPr rtl="0"/>
            <a:r>
              <a:rPr lang="pt-br"/>
              <a:t>Exemplo de Texto de Rodapé</a:t>
            </a:r>
          </a:p>
        </p:txBody>
      </p:sp>
      <p:sp>
        <p:nvSpPr>
          <p:cNvPr id="7" name="Slide Number Placeholder 6"/>
          <p:cNvSpPr>
            <a:spLocks noGrp="1"/>
          </p:cNvSpPr>
          <p:nvPr>
            <p:ph type="sldNum" sz="quarter" idx="12"/>
          </p:nvPr>
        </p:nvSpPr>
        <p:spPr/>
        <p:txBody>
          <a:bodyPr/>
          <a:lstStyle/>
          <a:p>
            <a:pPr rtl="0"/>
            <a:fld id="{CC057153-B650-4DEB-B370-79DDCFDCE934}" type="slidenum">
              <a:rPr lang="en-US" smtClean="0"/>
              <a:pPr rtl="0"/>
              <a:t>‹nº›</a:t>
            </a:fld>
            <a:endParaRPr lang="en-US"/>
          </a:p>
        </p:txBody>
      </p:sp>
    </p:spTree>
    <p:extLst>
      <p:ext uri="{BB962C8B-B14F-4D97-AF65-F5344CB8AC3E}">
        <p14:creationId xmlns:p14="http://schemas.microsoft.com/office/powerpoint/2010/main" val="18087489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4722812" y="1447800"/>
            <a:ext cx="6019800" cy="1143000"/>
          </a:xfrm>
        </p:spPr>
        <p:txBody>
          <a:bodyPr anchor="b">
            <a:normAutofit/>
          </a:bodyPr>
          <a:lstStyle>
            <a:lvl1pPr algn="l">
              <a:defRPr sz="2800" b="0"/>
            </a:lvl1pPr>
          </a:lstStyle>
          <a:p>
            <a:r>
              <a:rPr lang="pt-BR"/>
              <a:t>Clique para editar o título Mestre</a:t>
            </a:r>
            <a:endParaRPr lang="en-US" dirty="0"/>
          </a:p>
        </p:txBody>
      </p:sp>
      <p:sp>
        <p:nvSpPr>
          <p:cNvPr id="14" name="Picture Placeholder 2"/>
          <p:cNvSpPr>
            <a:spLocks noGrp="1" noChangeAspect="1"/>
          </p:cNvSpPr>
          <p:nvPr>
            <p:ph type="pic" idx="1"/>
          </p:nvPr>
        </p:nvSpPr>
        <p:spPr>
          <a:xfrm>
            <a:off x="989012" y="914400"/>
            <a:ext cx="3280974" cy="45720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pt-BR"/>
              <a:t>Clique no ícone para adicionar uma imagem</a:t>
            </a:r>
            <a:endParaRPr lang="en-US" dirty="0"/>
          </a:p>
        </p:txBody>
      </p:sp>
      <p:sp>
        <p:nvSpPr>
          <p:cNvPr id="4" name="Text Placeholder 3"/>
          <p:cNvSpPr>
            <a:spLocks noGrp="1"/>
          </p:cNvSpPr>
          <p:nvPr>
            <p:ph type="body" sz="half" idx="2"/>
          </p:nvPr>
        </p:nvSpPr>
        <p:spPr>
          <a:xfrm>
            <a:off x="4722812" y="2777066"/>
            <a:ext cx="6021388" cy="2048933"/>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BR"/>
              <a:t>Clique para editar os estilos de texto Mestres</a:t>
            </a:r>
          </a:p>
        </p:txBody>
      </p:sp>
      <p:sp>
        <p:nvSpPr>
          <p:cNvPr id="5" name="Date Placeholder 4"/>
          <p:cNvSpPr>
            <a:spLocks noGrp="1"/>
          </p:cNvSpPr>
          <p:nvPr>
            <p:ph type="dt" sz="half" idx="10"/>
          </p:nvPr>
        </p:nvSpPr>
        <p:spPr/>
        <p:txBody>
          <a:bodyPr/>
          <a:lstStyle/>
          <a:p>
            <a:pPr rtl="0"/>
            <a:r>
              <a:rPr lang="pt-BR"/>
              <a:t>24/02/2025</a:t>
            </a:r>
            <a:endParaRPr lang="en-US"/>
          </a:p>
        </p:txBody>
      </p:sp>
      <p:sp>
        <p:nvSpPr>
          <p:cNvPr id="6" name="Footer Placeholder 5"/>
          <p:cNvSpPr>
            <a:spLocks noGrp="1"/>
          </p:cNvSpPr>
          <p:nvPr>
            <p:ph type="ftr" sz="quarter" idx="11"/>
          </p:nvPr>
        </p:nvSpPr>
        <p:spPr/>
        <p:txBody>
          <a:bodyPr/>
          <a:lstStyle/>
          <a:p>
            <a:pPr rtl="0"/>
            <a:r>
              <a:rPr lang="pt-br"/>
              <a:t>Exemplo de Texto de Rodapé</a:t>
            </a:r>
          </a:p>
        </p:txBody>
      </p:sp>
      <p:sp>
        <p:nvSpPr>
          <p:cNvPr id="7" name="Slide Number Placeholder 6"/>
          <p:cNvSpPr>
            <a:spLocks noGrp="1"/>
          </p:cNvSpPr>
          <p:nvPr>
            <p:ph type="sldNum" sz="quarter" idx="12"/>
          </p:nvPr>
        </p:nvSpPr>
        <p:spPr/>
        <p:txBody>
          <a:bodyPr/>
          <a:lstStyle/>
          <a:p>
            <a:pPr rtl="0"/>
            <a:fld id="{CC057153-B650-4DEB-B370-79DDCFDCE934}" type="slidenum">
              <a:rPr lang="en-US" smtClean="0"/>
              <a:pPr rtl="0"/>
              <a:t>‹nº›</a:t>
            </a:fld>
            <a:endParaRPr lang="en-US"/>
          </a:p>
        </p:txBody>
      </p:sp>
      <p:sp>
        <p:nvSpPr>
          <p:cNvPr id="3" name="Forma Livre 7">
            <a:extLst>
              <a:ext uri="{FF2B5EF4-FFF2-40B4-BE49-F238E27FC236}">
                <a16:creationId xmlns:a16="http://schemas.microsoft.com/office/drawing/2014/main" id="{18635FB0-5AEA-9636-A15E-93C1EB831460}"/>
              </a:ext>
            </a:extLst>
          </p:cNvPr>
          <p:cNvSpPr/>
          <p:nvPr userDrawn="1"/>
        </p:nvSpPr>
        <p:spPr>
          <a:xfrm>
            <a:off x="736544" y="535380"/>
            <a:ext cx="3585586" cy="5725395"/>
          </a:xfrm>
          <a:custGeom>
            <a:avLst/>
            <a:gdLst>
              <a:gd name="connsiteX0" fmla="*/ 1793755 w 3585586"/>
              <a:gd name="connsiteY0" fmla="*/ 0 h 5725395"/>
              <a:gd name="connsiteX1" fmla="*/ 3585586 w 3585586"/>
              <a:gd name="connsiteY1" fmla="*/ 1791833 h 5725395"/>
              <a:gd name="connsiteX2" fmla="*/ 3585584 w 3585586"/>
              <a:gd name="connsiteY2" fmla="*/ 2561789 h 5725395"/>
              <a:gd name="connsiteX3" fmla="*/ 3585586 w 3585586"/>
              <a:gd name="connsiteY3" fmla="*/ 2561819 h 5725395"/>
              <a:gd name="connsiteX4" fmla="*/ 3585581 w 3585586"/>
              <a:gd name="connsiteY4" fmla="*/ 4815530 h 5725395"/>
              <a:gd name="connsiteX5" fmla="*/ 3585586 w 3585586"/>
              <a:gd name="connsiteY5" fmla="*/ 4815530 h 5725395"/>
              <a:gd name="connsiteX6" fmla="*/ 3585586 w 3585586"/>
              <a:gd name="connsiteY6" fmla="*/ 5725395 h 5725395"/>
              <a:gd name="connsiteX7" fmla="*/ 0 w 3585586"/>
              <a:gd name="connsiteY7" fmla="*/ 5725395 h 5725395"/>
              <a:gd name="connsiteX8" fmla="*/ 0 w 3585586"/>
              <a:gd name="connsiteY8" fmla="*/ 4815530 h 5725395"/>
              <a:gd name="connsiteX9" fmla="*/ 1920 w 3585586"/>
              <a:gd name="connsiteY9" fmla="*/ 4815530 h 5725395"/>
              <a:gd name="connsiteX10" fmla="*/ 1921 w 3585586"/>
              <a:gd name="connsiteY10" fmla="*/ 1791833 h 5725395"/>
              <a:gd name="connsiteX11" fmla="*/ 1793755 w 3585586"/>
              <a:gd name="connsiteY11" fmla="*/ 0 h 57253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5586" h="5725395">
                <a:moveTo>
                  <a:pt x="1793755" y="0"/>
                </a:moveTo>
                <a:cubicBezTo>
                  <a:pt x="2783356" y="0"/>
                  <a:pt x="3585586" y="802231"/>
                  <a:pt x="3585586" y="1791833"/>
                </a:cubicBezTo>
                <a:lnTo>
                  <a:pt x="3585584" y="2561789"/>
                </a:lnTo>
                <a:cubicBezTo>
                  <a:pt x="3585585" y="2561799"/>
                  <a:pt x="3585585" y="2561809"/>
                  <a:pt x="3585586" y="2561819"/>
                </a:cubicBezTo>
                <a:lnTo>
                  <a:pt x="3585581" y="4815530"/>
                </a:lnTo>
                <a:lnTo>
                  <a:pt x="3585586" y="4815530"/>
                </a:lnTo>
                <a:lnTo>
                  <a:pt x="3585586" y="5725395"/>
                </a:lnTo>
                <a:lnTo>
                  <a:pt x="0" y="5725395"/>
                </a:lnTo>
                <a:lnTo>
                  <a:pt x="0" y="4815530"/>
                </a:lnTo>
                <a:lnTo>
                  <a:pt x="1920" y="4815530"/>
                </a:lnTo>
                <a:lnTo>
                  <a:pt x="1921" y="1791833"/>
                </a:lnTo>
                <a:cubicBezTo>
                  <a:pt x="1921" y="802231"/>
                  <a:pt x="804152" y="0"/>
                  <a:pt x="1793755" y="0"/>
                </a:cubicBezTo>
                <a:close/>
              </a:path>
            </a:pathLst>
          </a:cu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solidFill>
                <a:schemeClr val="tx1"/>
              </a:solidFill>
            </a:endParaRPr>
          </a:p>
        </p:txBody>
      </p:sp>
    </p:spTree>
    <p:extLst>
      <p:ext uri="{BB962C8B-B14F-4D97-AF65-F5344CB8AC3E}">
        <p14:creationId xmlns:p14="http://schemas.microsoft.com/office/powerpoint/2010/main" val="2726829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Foto Panorâmica com Legenda">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dirty="0"/>
          </a:p>
        </p:txBody>
      </p:sp>
      <p:sp>
        <p:nvSpPr>
          <p:cNvPr id="17" name="Picture Placeholder 2"/>
          <p:cNvSpPr>
            <a:spLocks noGrp="1" noChangeAspect="1"/>
          </p:cNvSpPr>
          <p:nvPr>
            <p:ph type="pic" idx="13"/>
          </p:nvPr>
        </p:nvSpPr>
        <p:spPr>
          <a:xfrm>
            <a:off x="685800" y="533400"/>
            <a:ext cx="10818812"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pt-BR"/>
              <a:t>Clique no ícone para adicionar uma imagem</a:t>
            </a:r>
            <a:endParaRPr lang="en-US" dirty="0"/>
          </a:p>
        </p:txBody>
      </p:sp>
      <p:sp>
        <p:nvSpPr>
          <p:cNvPr id="16" name="Text Placeholder 9"/>
          <p:cNvSpPr>
            <a:spLocks noGrp="1"/>
          </p:cNvSpPr>
          <p:nvPr>
            <p:ph type="body" sz="quarter" idx="14"/>
          </p:nvPr>
        </p:nvSpPr>
        <p:spPr>
          <a:xfrm>
            <a:off x="914402" y="3843867"/>
            <a:ext cx="8304210"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pt-BR"/>
              <a:t>Clique para editar os estilos de texto Mestres</a:t>
            </a:r>
          </a:p>
        </p:txBody>
      </p:sp>
      <p:sp>
        <p:nvSpPr>
          <p:cNvPr id="3" name="Date Placeholder 2"/>
          <p:cNvSpPr>
            <a:spLocks noGrp="1"/>
          </p:cNvSpPr>
          <p:nvPr>
            <p:ph type="dt" sz="half" idx="10"/>
          </p:nvPr>
        </p:nvSpPr>
        <p:spPr/>
        <p:txBody>
          <a:bodyPr/>
          <a:lstStyle/>
          <a:p>
            <a:pPr rtl="0"/>
            <a:r>
              <a:rPr lang="pt-BR"/>
              <a:t>24/02/2025</a:t>
            </a:r>
            <a:endParaRPr lang="en-US"/>
          </a:p>
        </p:txBody>
      </p:sp>
      <p:sp>
        <p:nvSpPr>
          <p:cNvPr id="4" name="Footer Placeholder 3"/>
          <p:cNvSpPr>
            <a:spLocks noGrp="1"/>
          </p:cNvSpPr>
          <p:nvPr>
            <p:ph type="ftr" sz="quarter" idx="11"/>
          </p:nvPr>
        </p:nvSpPr>
        <p:spPr/>
        <p:txBody>
          <a:bodyPr/>
          <a:lstStyle/>
          <a:p>
            <a:pPr rtl="0"/>
            <a:r>
              <a:rPr lang="pt-BR"/>
              <a:t>Exemplo de Texto de Rodapé</a:t>
            </a:r>
            <a:endParaRPr lang="pt-br"/>
          </a:p>
        </p:txBody>
      </p:sp>
      <p:sp>
        <p:nvSpPr>
          <p:cNvPr id="5" name="Slide Number Placeholder 4"/>
          <p:cNvSpPr>
            <a:spLocks noGrp="1"/>
          </p:cNvSpPr>
          <p:nvPr>
            <p:ph type="sldNum" sz="quarter" idx="12"/>
          </p:nvPr>
        </p:nvSpPr>
        <p:spPr/>
        <p:txBody>
          <a:bodyPr/>
          <a:lstStyle/>
          <a:p>
            <a:pPr rtl="0"/>
            <a:fld id="{2DE90F28-AFBB-4AB2-AA79-6D3F72ED131B}" type="slidenum">
              <a:rPr lang="en-US" smtClean="0"/>
              <a:t>‹nº›</a:t>
            </a:fld>
            <a:endParaRPr lang="en-US"/>
          </a:p>
        </p:txBody>
      </p:sp>
    </p:spTree>
    <p:extLst>
      <p:ext uri="{BB962C8B-B14F-4D97-AF65-F5344CB8AC3E}">
        <p14:creationId xmlns:p14="http://schemas.microsoft.com/office/powerpoint/2010/main" val="12352098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ítulo e Legenda">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anchor="ctr">
            <a:normAutofit/>
          </a:bodyPr>
          <a:lstStyle>
            <a:lvl1pPr algn="l">
              <a:defRPr sz="3200" b="0" cap="all"/>
            </a:lvl1pPr>
          </a:lstStyle>
          <a:p>
            <a:r>
              <a:rPr lang="pt-BR"/>
              <a:t>Clique para editar o título Mestre</a:t>
            </a:r>
            <a:endParaRPr lang="en-US" dirty="0"/>
          </a:p>
        </p:txBody>
      </p:sp>
      <p:sp>
        <p:nvSpPr>
          <p:cNvPr id="3" name="Text Placeholder 2"/>
          <p:cNvSpPr>
            <a:spLocks noGrp="1"/>
          </p:cNvSpPr>
          <p:nvPr>
            <p:ph type="body" idx="1"/>
          </p:nvPr>
        </p:nvSpPr>
        <p:spPr>
          <a:xfrm>
            <a:off x="684212" y="4114800"/>
            <a:ext cx="8535988" cy="187960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pt-BR"/>
              <a:t>Clique para editar os estilos de texto Mestres</a:t>
            </a:r>
          </a:p>
        </p:txBody>
      </p:sp>
      <p:sp>
        <p:nvSpPr>
          <p:cNvPr id="4" name="Date Placeholder 3"/>
          <p:cNvSpPr>
            <a:spLocks noGrp="1"/>
          </p:cNvSpPr>
          <p:nvPr>
            <p:ph type="dt" sz="half" idx="10"/>
          </p:nvPr>
        </p:nvSpPr>
        <p:spPr/>
        <p:txBody>
          <a:bodyPr/>
          <a:lstStyle/>
          <a:p>
            <a:pPr rtl="0"/>
            <a:r>
              <a:rPr lang="pt-BR"/>
              <a:t>24/02/2025</a:t>
            </a:r>
            <a:endParaRPr lang="en-US"/>
          </a:p>
        </p:txBody>
      </p:sp>
      <p:sp>
        <p:nvSpPr>
          <p:cNvPr id="5" name="Footer Placeholder 4"/>
          <p:cNvSpPr>
            <a:spLocks noGrp="1"/>
          </p:cNvSpPr>
          <p:nvPr>
            <p:ph type="ftr" sz="quarter" idx="11"/>
          </p:nvPr>
        </p:nvSpPr>
        <p:spPr/>
        <p:txBody>
          <a:bodyPr/>
          <a:lstStyle/>
          <a:p>
            <a:pPr rtl="0"/>
            <a:r>
              <a:rPr lang="pt-BR"/>
              <a:t>Exemplo de Texto de Rodapé</a:t>
            </a:r>
            <a:endParaRPr lang="pt-br"/>
          </a:p>
        </p:txBody>
      </p:sp>
      <p:sp>
        <p:nvSpPr>
          <p:cNvPr id="6" name="Slide Number Placeholder 5"/>
          <p:cNvSpPr>
            <a:spLocks noGrp="1"/>
          </p:cNvSpPr>
          <p:nvPr>
            <p:ph type="sldNum" sz="quarter" idx="12"/>
          </p:nvPr>
        </p:nvSpPr>
        <p:spPr/>
        <p:txBody>
          <a:bodyPr/>
          <a:lstStyle/>
          <a:p>
            <a:pPr rtl="0"/>
            <a:fld id="{2DE90F28-AFBB-4AB2-AA79-6D3F72ED131B}" type="slidenum">
              <a:rPr lang="en-US" smtClean="0"/>
              <a:t>‹nº›</a:t>
            </a:fld>
            <a:endParaRPr lang="en-US"/>
          </a:p>
        </p:txBody>
      </p:sp>
    </p:spTree>
    <p:extLst>
      <p:ext uri="{BB962C8B-B14F-4D97-AF65-F5344CB8AC3E}">
        <p14:creationId xmlns:p14="http://schemas.microsoft.com/office/powerpoint/2010/main" val="28198293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ção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1141411" y="685800"/>
            <a:ext cx="9144001" cy="2743200"/>
          </a:xfrm>
        </p:spPr>
        <p:txBody>
          <a:bodyPr anchor="ctr">
            <a:normAutofit/>
          </a:bodyPr>
          <a:lstStyle>
            <a:lvl1pPr algn="l">
              <a:defRPr sz="3200" b="0" cap="all">
                <a:solidFill>
                  <a:schemeClr val="tx1"/>
                </a:solidFill>
              </a:defRPr>
            </a:lvl1pPr>
          </a:lstStyle>
          <a:p>
            <a:r>
              <a:rPr lang="pt-BR"/>
              <a:t>Clique para editar o título Mestre</a:t>
            </a:r>
            <a:endParaRPr lang="en-US" dirty="0"/>
          </a:p>
        </p:txBody>
      </p:sp>
      <p:sp>
        <p:nvSpPr>
          <p:cNvPr id="10" name="Text Placeholder 9"/>
          <p:cNvSpPr>
            <a:spLocks noGrp="1"/>
          </p:cNvSpPr>
          <p:nvPr>
            <p:ph type="body" sz="quarter" idx="13"/>
          </p:nvPr>
        </p:nvSpPr>
        <p:spPr>
          <a:xfrm>
            <a:off x="1446212" y="3429000"/>
            <a:ext cx="8534400"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pt-BR"/>
              <a:t>Clique para editar os estilos de texto Mestres</a:t>
            </a:r>
          </a:p>
        </p:txBody>
      </p:sp>
      <p:sp>
        <p:nvSpPr>
          <p:cNvPr id="3" name="Text Placeholder 2"/>
          <p:cNvSpPr>
            <a:spLocks noGrp="1"/>
          </p:cNvSpPr>
          <p:nvPr>
            <p:ph type="body" idx="1"/>
          </p:nvPr>
        </p:nvSpPr>
        <p:spPr>
          <a:xfrm>
            <a:off x="684213" y="4301067"/>
            <a:ext cx="8534400" cy="1684865"/>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pt-BR"/>
              <a:t>Clique para editar os estilos de texto Mestres</a:t>
            </a:r>
          </a:p>
        </p:txBody>
      </p:sp>
      <p:sp>
        <p:nvSpPr>
          <p:cNvPr id="4" name="Date Placeholder 3"/>
          <p:cNvSpPr>
            <a:spLocks noGrp="1"/>
          </p:cNvSpPr>
          <p:nvPr>
            <p:ph type="dt" sz="half" idx="10"/>
          </p:nvPr>
        </p:nvSpPr>
        <p:spPr/>
        <p:txBody>
          <a:bodyPr/>
          <a:lstStyle/>
          <a:p>
            <a:pPr rtl="0"/>
            <a:r>
              <a:rPr lang="pt-BR"/>
              <a:t>24/02/2025</a:t>
            </a:r>
            <a:endParaRPr lang="en-US"/>
          </a:p>
        </p:txBody>
      </p:sp>
      <p:sp>
        <p:nvSpPr>
          <p:cNvPr id="5" name="Footer Placeholder 4"/>
          <p:cNvSpPr>
            <a:spLocks noGrp="1"/>
          </p:cNvSpPr>
          <p:nvPr>
            <p:ph type="ftr" sz="quarter" idx="11"/>
          </p:nvPr>
        </p:nvSpPr>
        <p:spPr/>
        <p:txBody>
          <a:bodyPr/>
          <a:lstStyle/>
          <a:p>
            <a:pPr rtl="0"/>
            <a:r>
              <a:rPr lang="pt-BR"/>
              <a:t>Exemplo de Texto de Rodapé</a:t>
            </a:r>
            <a:endParaRPr lang="pt-br"/>
          </a:p>
        </p:txBody>
      </p:sp>
      <p:sp>
        <p:nvSpPr>
          <p:cNvPr id="6" name="Slide Number Placeholder 5"/>
          <p:cNvSpPr>
            <a:spLocks noGrp="1"/>
          </p:cNvSpPr>
          <p:nvPr>
            <p:ph type="sldNum" sz="quarter" idx="12"/>
          </p:nvPr>
        </p:nvSpPr>
        <p:spPr/>
        <p:txBody>
          <a:bodyPr/>
          <a:lstStyle/>
          <a:p>
            <a:pPr rtl="0"/>
            <a:fld id="{2DE90F28-AFBB-4AB2-AA79-6D3F72ED131B}" type="slidenum">
              <a:rPr lang="en-US" smtClean="0"/>
              <a:t>‹nº›</a:t>
            </a:fld>
            <a:endParaRPr lang="en-US"/>
          </a:p>
        </p:txBody>
      </p:sp>
      <p:sp>
        <p:nvSpPr>
          <p:cNvPr id="14" name="TextBox 13"/>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2575060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artão de Nome">
    <p:spTree>
      <p:nvGrpSpPr>
        <p:cNvPr id="1" name=""/>
        <p:cNvGrpSpPr/>
        <p:nvPr/>
      </p:nvGrpSpPr>
      <p:grpSpPr>
        <a:xfrm>
          <a:off x="0" y="0"/>
          <a:ext cx="0" cy="0"/>
          <a:chOff x="0" y="0"/>
          <a:chExt cx="0" cy="0"/>
        </a:xfrm>
      </p:grpSpPr>
      <p:sp>
        <p:nvSpPr>
          <p:cNvPr id="2" name="Title 1"/>
          <p:cNvSpPr>
            <a:spLocks noGrp="1"/>
          </p:cNvSpPr>
          <p:nvPr>
            <p:ph type="title"/>
          </p:nvPr>
        </p:nvSpPr>
        <p:spPr>
          <a:xfrm>
            <a:off x="684212" y="3429000"/>
            <a:ext cx="8534400" cy="1697400"/>
          </a:xfrm>
        </p:spPr>
        <p:txBody>
          <a:bodyPr anchor="b">
            <a:normAutofit/>
          </a:bodyPr>
          <a:lstStyle>
            <a:lvl1pPr algn="l">
              <a:defRPr sz="3200" b="0" cap="all"/>
            </a:lvl1pPr>
          </a:lstStyle>
          <a:p>
            <a:r>
              <a:rPr lang="pt-BR"/>
              <a:t>Clique para editar o título Mestre</a:t>
            </a:r>
            <a:endParaRPr lang="en-US" dirty="0"/>
          </a:p>
        </p:txBody>
      </p:sp>
      <p:sp>
        <p:nvSpPr>
          <p:cNvPr id="3" name="Text Placeholder 2"/>
          <p:cNvSpPr>
            <a:spLocks noGrp="1"/>
          </p:cNvSpPr>
          <p:nvPr>
            <p:ph type="body" idx="1"/>
          </p:nvPr>
        </p:nvSpPr>
        <p:spPr>
          <a:xfrm>
            <a:off x="684211" y="5132981"/>
            <a:ext cx="8535990" cy="860400"/>
          </a:xfrm>
        </p:spPr>
        <p:txBody>
          <a:bodyPr anchor="t">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pt-BR"/>
              <a:t>Clique para editar os estilos de texto Mestres</a:t>
            </a:r>
          </a:p>
        </p:txBody>
      </p:sp>
      <p:sp>
        <p:nvSpPr>
          <p:cNvPr id="4" name="Date Placeholder 3"/>
          <p:cNvSpPr>
            <a:spLocks noGrp="1"/>
          </p:cNvSpPr>
          <p:nvPr>
            <p:ph type="dt" sz="half" idx="10"/>
          </p:nvPr>
        </p:nvSpPr>
        <p:spPr/>
        <p:txBody>
          <a:bodyPr/>
          <a:lstStyle/>
          <a:p>
            <a:pPr rtl="0"/>
            <a:r>
              <a:rPr lang="pt-BR"/>
              <a:t>24/02/2025</a:t>
            </a:r>
            <a:endParaRPr lang="en-US"/>
          </a:p>
        </p:txBody>
      </p:sp>
      <p:sp>
        <p:nvSpPr>
          <p:cNvPr id="5" name="Footer Placeholder 4"/>
          <p:cNvSpPr>
            <a:spLocks noGrp="1"/>
          </p:cNvSpPr>
          <p:nvPr>
            <p:ph type="ftr" sz="quarter" idx="11"/>
          </p:nvPr>
        </p:nvSpPr>
        <p:spPr/>
        <p:txBody>
          <a:bodyPr/>
          <a:lstStyle/>
          <a:p>
            <a:pPr rtl="0"/>
            <a:r>
              <a:rPr lang="pt-BR"/>
              <a:t>Exemplo de Texto de Rodapé</a:t>
            </a:r>
            <a:endParaRPr lang="pt-br"/>
          </a:p>
        </p:txBody>
      </p:sp>
      <p:sp>
        <p:nvSpPr>
          <p:cNvPr id="6" name="Slide Number Placeholder 5"/>
          <p:cNvSpPr>
            <a:spLocks noGrp="1"/>
          </p:cNvSpPr>
          <p:nvPr>
            <p:ph type="sldNum" sz="quarter" idx="12"/>
          </p:nvPr>
        </p:nvSpPr>
        <p:spPr/>
        <p:txBody>
          <a:bodyPr/>
          <a:lstStyle/>
          <a:p>
            <a:pPr rtl="0"/>
            <a:fld id="{2DE90F28-AFBB-4AB2-AA79-6D3F72ED131B}" type="slidenum">
              <a:rPr lang="en-US" smtClean="0"/>
              <a:t>‹nº›</a:t>
            </a:fld>
            <a:endParaRPr lang="en-US"/>
          </a:p>
        </p:txBody>
      </p:sp>
    </p:spTree>
    <p:extLst>
      <p:ext uri="{BB962C8B-B14F-4D97-AF65-F5344CB8AC3E}">
        <p14:creationId xmlns:p14="http://schemas.microsoft.com/office/powerpoint/2010/main" val="14679398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itar o Cartão de Nome">
    <p:spTree>
      <p:nvGrpSpPr>
        <p:cNvPr id="1" name=""/>
        <p:cNvGrpSpPr/>
        <p:nvPr/>
      </p:nvGrpSpPr>
      <p:grpSpPr>
        <a:xfrm>
          <a:off x="0" y="0"/>
          <a:ext cx="0" cy="0"/>
          <a:chOff x="0" y="0"/>
          <a:chExt cx="0" cy="0"/>
        </a:xfrm>
      </p:grpSpPr>
      <p:sp>
        <p:nvSpPr>
          <p:cNvPr id="2" name="Title 1"/>
          <p:cNvSpPr>
            <a:spLocks noGrp="1"/>
          </p:cNvSpPr>
          <p:nvPr>
            <p:ph type="title"/>
          </p:nvPr>
        </p:nvSpPr>
        <p:spPr>
          <a:xfrm>
            <a:off x="1141413" y="685800"/>
            <a:ext cx="9144000" cy="2743200"/>
          </a:xfrm>
        </p:spPr>
        <p:txBody>
          <a:bodyPr anchor="ctr">
            <a:normAutofit/>
          </a:bodyPr>
          <a:lstStyle>
            <a:lvl1pPr algn="l">
              <a:defRPr sz="3200" b="0" cap="all">
                <a:solidFill>
                  <a:schemeClr val="tx1"/>
                </a:solidFill>
              </a:defRPr>
            </a:lvl1pPr>
          </a:lstStyle>
          <a:p>
            <a:r>
              <a:rPr lang="pt-BR"/>
              <a:t>Clique para editar o título Mestre</a:t>
            </a:r>
            <a:endParaRPr lang="en-US" dirty="0"/>
          </a:p>
        </p:txBody>
      </p:sp>
      <p:sp>
        <p:nvSpPr>
          <p:cNvPr id="10" name="Text Placeholder 9"/>
          <p:cNvSpPr>
            <a:spLocks noGrp="1"/>
          </p:cNvSpPr>
          <p:nvPr>
            <p:ph type="body" sz="quarter" idx="13"/>
          </p:nvPr>
        </p:nvSpPr>
        <p:spPr>
          <a:xfrm>
            <a:off x="684212" y="3928534"/>
            <a:ext cx="8534401" cy="1049866"/>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pt-BR"/>
              <a:t>Clique para editar os estilos de texto Mestres</a:t>
            </a:r>
          </a:p>
        </p:txBody>
      </p:sp>
      <p:sp>
        <p:nvSpPr>
          <p:cNvPr id="3" name="Text Placeholder 2"/>
          <p:cNvSpPr>
            <a:spLocks noGrp="1"/>
          </p:cNvSpPr>
          <p:nvPr>
            <p:ph type="body" idx="1"/>
          </p:nvPr>
        </p:nvSpPr>
        <p:spPr>
          <a:xfrm>
            <a:off x="684211" y="4978400"/>
            <a:ext cx="8534401" cy="10160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pt-BR"/>
              <a:t>Clique para editar os estilos de texto Mestres</a:t>
            </a:r>
          </a:p>
        </p:txBody>
      </p:sp>
      <p:sp>
        <p:nvSpPr>
          <p:cNvPr id="4" name="Date Placeholder 3"/>
          <p:cNvSpPr>
            <a:spLocks noGrp="1"/>
          </p:cNvSpPr>
          <p:nvPr>
            <p:ph type="dt" sz="half" idx="10"/>
          </p:nvPr>
        </p:nvSpPr>
        <p:spPr/>
        <p:txBody>
          <a:bodyPr/>
          <a:lstStyle/>
          <a:p>
            <a:pPr rtl="0"/>
            <a:r>
              <a:rPr lang="pt-BR"/>
              <a:t>24/02/2025</a:t>
            </a:r>
            <a:endParaRPr lang="en-US"/>
          </a:p>
        </p:txBody>
      </p:sp>
      <p:sp>
        <p:nvSpPr>
          <p:cNvPr id="5" name="Footer Placeholder 4"/>
          <p:cNvSpPr>
            <a:spLocks noGrp="1"/>
          </p:cNvSpPr>
          <p:nvPr>
            <p:ph type="ftr" sz="quarter" idx="11"/>
          </p:nvPr>
        </p:nvSpPr>
        <p:spPr/>
        <p:txBody>
          <a:bodyPr/>
          <a:lstStyle/>
          <a:p>
            <a:pPr rtl="0"/>
            <a:r>
              <a:rPr lang="pt-BR"/>
              <a:t>Exemplo de Texto de Rodapé</a:t>
            </a:r>
            <a:endParaRPr lang="pt-br"/>
          </a:p>
        </p:txBody>
      </p:sp>
      <p:sp>
        <p:nvSpPr>
          <p:cNvPr id="6" name="Slide Number Placeholder 5"/>
          <p:cNvSpPr>
            <a:spLocks noGrp="1"/>
          </p:cNvSpPr>
          <p:nvPr>
            <p:ph type="sldNum" sz="quarter" idx="12"/>
          </p:nvPr>
        </p:nvSpPr>
        <p:spPr/>
        <p:txBody>
          <a:bodyPr/>
          <a:lstStyle/>
          <a:p>
            <a:pPr rtl="0"/>
            <a:fld id="{2DE90F28-AFBB-4AB2-AA79-6D3F72ED131B}" type="slidenum">
              <a:rPr lang="en-US" smtClean="0"/>
              <a:t>‹nº›</a:t>
            </a:fld>
            <a:endParaRPr lang="en-US"/>
          </a:p>
        </p:txBody>
      </p:sp>
      <p:sp>
        <p:nvSpPr>
          <p:cNvPr id="11" name="TextBox 10"/>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2" name="TextBox 11"/>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8665046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Verdadeiro ou Falso">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vert="horz" lIns="91440" tIns="45720" rIns="91440" bIns="45720" rtlCol="0" anchor="ctr">
            <a:normAutofit/>
          </a:bodyPr>
          <a:lstStyle>
            <a:lvl1pPr>
              <a:defRPr lang="en-US" b="0" dirty="0"/>
            </a:lvl1pPr>
          </a:lstStyle>
          <a:p>
            <a:pPr marL="0" lvl="0"/>
            <a:r>
              <a:rPr lang="pt-BR"/>
              <a:t>Clique para editar o título Mestre</a:t>
            </a:r>
            <a:endParaRPr lang="en-US" dirty="0"/>
          </a:p>
        </p:txBody>
      </p:sp>
      <p:sp>
        <p:nvSpPr>
          <p:cNvPr id="10" name="Text Placeholder 9"/>
          <p:cNvSpPr>
            <a:spLocks noGrp="1"/>
          </p:cNvSpPr>
          <p:nvPr>
            <p:ph type="body" sz="quarter" idx="13"/>
          </p:nvPr>
        </p:nvSpPr>
        <p:spPr>
          <a:xfrm>
            <a:off x="684212" y="3928534"/>
            <a:ext cx="8534400" cy="838200"/>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pt-BR"/>
              <a:t>Clique para editar os estilos de texto Mestres</a:t>
            </a:r>
          </a:p>
        </p:txBody>
      </p:sp>
      <p:sp>
        <p:nvSpPr>
          <p:cNvPr id="3" name="Text Placeholder 2"/>
          <p:cNvSpPr>
            <a:spLocks noGrp="1"/>
          </p:cNvSpPr>
          <p:nvPr>
            <p:ph type="body" idx="1"/>
          </p:nvPr>
        </p:nvSpPr>
        <p:spPr>
          <a:xfrm>
            <a:off x="684211" y="4766732"/>
            <a:ext cx="8534401" cy="12276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pt-BR"/>
              <a:t>Clique para editar os estilos de texto Mestres</a:t>
            </a:r>
          </a:p>
        </p:txBody>
      </p:sp>
      <p:sp>
        <p:nvSpPr>
          <p:cNvPr id="4" name="Date Placeholder 3"/>
          <p:cNvSpPr>
            <a:spLocks noGrp="1"/>
          </p:cNvSpPr>
          <p:nvPr>
            <p:ph type="dt" sz="half" idx="10"/>
          </p:nvPr>
        </p:nvSpPr>
        <p:spPr/>
        <p:txBody>
          <a:bodyPr/>
          <a:lstStyle/>
          <a:p>
            <a:pPr rtl="0"/>
            <a:r>
              <a:rPr lang="pt-BR"/>
              <a:t>24/02/2025</a:t>
            </a:r>
            <a:endParaRPr lang="en-US"/>
          </a:p>
        </p:txBody>
      </p:sp>
      <p:sp>
        <p:nvSpPr>
          <p:cNvPr id="5" name="Footer Placeholder 4"/>
          <p:cNvSpPr>
            <a:spLocks noGrp="1"/>
          </p:cNvSpPr>
          <p:nvPr>
            <p:ph type="ftr" sz="quarter" idx="11"/>
          </p:nvPr>
        </p:nvSpPr>
        <p:spPr/>
        <p:txBody>
          <a:bodyPr/>
          <a:lstStyle/>
          <a:p>
            <a:pPr rtl="0"/>
            <a:r>
              <a:rPr lang="pt-BR"/>
              <a:t>Exemplo de Texto de Rodapé</a:t>
            </a:r>
            <a:endParaRPr lang="pt-br"/>
          </a:p>
        </p:txBody>
      </p:sp>
      <p:sp>
        <p:nvSpPr>
          <p:cNvPr id="6" name="Slide Number Placeholder 5"/>
          <p:cNvSpPr>
            <a:spLocks noGrp="1"/>
          </p:cNvSpPr>
          <p:nvPr>
            <p:ph type="sldNum" sz="quarter" idx="12"/>
          </p:nvPr>
        </p:nvSpPr>
        <p:spPr/>
        <p:txBody>
          <a:bodyPr/>
          <a:lstStyle/>
          <a:p>
            <a:pPr rtl="0"/>
            <a:fld id="{2DE90F28-AFBB-4AB2-AA79-6D3F72ED131B}" type="slidenum">
              <a:rPr lang="en-US" smtClean="0"/>
              <a:t>‹nº›</a:t>
            </a:fld>
            <a:endParaRPr lang="en-US"/>
          </a:p>
        </p:txBody>
      </p:sp>
    </p:spTree>
    <p:extLst>
      <p:ext uri="{BB962C8B-B14F-4D97-AF65-F5344CB8AC3E}">
        <p14:creationId xmlns:p14="http://schemas.microsoft.com/office/powerpoint/2010/main" val="138833845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pt-BR"/>
              <a:t>Clique para editar o título Mestre</a:t>
            </a:r>
            <a:endParaRPr lang="en-US" dirty="0"/>
          </a:p>
        </p:txBody>
      </p:sp>
      <p:sp>
        <p:nvSpPr>
          <p:cNvPr id="3" name="Vertical Text Placeholder 2"/>
          <p:cNvSpPr>
            <a:spLocks noGrp="1"/>
          </p:cNvSpPr>
          <p:nvPr>
            <p:ph type="body" orient="vert" idx="1"/>
          </p:nvPr>
        </p:nvSpPr>
        <p:spPr/>
        <p:txBody>
          <a:bodyPr vert="eaVert" ancho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Date Placeholder 3"/>
          <p:cNvSpPr>
            <a:spLocks noGrp="1"/>
          </p:cNvSpPr>
          <p:nvPr>
            <p:ph type="dt" sz="half" idx="10"/>
          </p:nvPr>
        </p:nvSpPr>
        <p:spPr/>
        <p:txBody>
          <a:bodyPr/>
          <a:lstStyle/>
          <a:p>
            <a:pPr rtl="0"/>
            <a:r>
              <a:rPr lang="pt-BR"/>
              <a:t>24/02/2025</a:t>
            </a:r>
            <a:endParaRPr lang="en-US"/>
          </a:p>
        </p:txBody>
      </p:sp>
      <p:sp>
        <p:nvSpPr>
          <p:cNvPr id="5" name="Footer Placeholder 4"/>
          <p:cNvSpPr>
            <a:spLocks noGrp="1"/>
          </p:cNvSpPr>
          <p:nvPr>
            <p:ph type="ftr" sz="quarter" idx="11"/>
          </p:nvPr>
        </p:nvSpPr>
        <p:spPr/>
        <p:txBody>
          <a:bodyPr/>
          <a:lstStyle/>
          <a:p>
            <a:pPr rtl="0"/>
            <a:r>
              <a:rPr lang="pt-BR"/>
              <a:t>Exemplo de Texto de Rodapé</a:t>
            </a:r>
            <a:endParaRPr lang="pt-br"/>
          </a:p>
        </p:txBody>
      </p:sp>
      <p:sp>
        <p:nvSpPr>
          <p:cNvPr id="6" name="Slide Number Placeholder 5"/>
          <p:cNvSpPr>
            <a:spLocks noGrp="1"/>
          </p:cNvSpPr>
          <p:nvPr>
            <p:ph type="sldNum" sz="quarter" idx="12"/>
          </p:nvPr>
        </p:nvSpPr>
        <p:spPr/>
        <p:txBody>
          <a:bodyPr/>
          <a:lstStyle/>
          <a:p>
            <a:pPr rtl="0"/>
            <a:fld id="{2DE90F28-AFBB-4AB2-AA79-6D3F72ED131B}" type="slidenum">
              <a:rPr lang="en-US" smtClean="0"/>
              <a:t>‹nº›</a:t>
            </a:fld>
            <a:endParaRPr lang="en-US"/>
          </a:p>
        </p:txBody>
      </p:sp>
    </p:spTree>
    <p:extLst>
      <p:ext uri="{BB962C8B-B14F-4D97-AF65-F5344CB8AC3E}">
        <p14:creationId xmlns:p14="http://schemas.microsoft.com/office/powerpoint/2010/main" val="40038901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5212" y="685800"/>
            <a:ext cx="2057400" cy="4572000"/>
          </a:xfrm>
        </p:spPr>
        <p:txBody>
          <a:bodyPr vert="eaVert"/>
          <a:lstStyle/>
          <a:p>
            <a:r>
              <a:rPr lang="pt-BR"/>
              <a:t>Clique para editar o título Mestre</a:t>
            </a:r>
            <a:endParaRPr lang="en-US" dirty="0"/>
          </a:p>
        </p:txBody>
      </p:sp>
      <p:sp>
        <p:nvSpPr>
          <p:cNvPr id="3" name="Vertical Text Placeholder 2"/>
          <p:cNvSpPr>
            <a:spLocks noGrp="1"/>
          </p:cNvSpPr>
          <p:nvPr>
            <p:ph type="body" orient="vert" idx="1"/>
          </p:nvPr>
        </p:nvSpPr>
        <p:spPr>
          <a:xfrm>
            <a:off x="685800" y="685800"/>
            <a:ext cx="7823200" cy="5308600"/>
          </a:xfrm>
        </p:spPr>
        <p:txBody>
          <a:bodyPr vert="eaVert" ancho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Date Placeholder 3"/>
          <p:cNvSpPr>
            <a:spLocks noGrp="1"/>
          </p:cNvSpPr>
          <p:nvPr>
            <p:ph type="dt" sz="half" idx="10"/>
          </p:nvPr>
        </p:nvSpPr>
        <p:spPr/>
        <p:txBody>
          <a:bodyPr/>
          <a:lstStyle/>
          <a:p>
            <a:pPr rtl="0"/>
            <a:r>
              <a:rPr lang="pt-BR"/>
              <a:t>24/02/2025</a:t>
            </a:r>
            <a:endParaRPr lang="en-US"/>
          </a:p>
        </p:txBody>
      </p:sp>
      <p:sp>
        <p:nvSpPr>
          <p:cNvPr id="5" name="Footer Placeholder 4"/>
          <p:cNvSpPr>
            <a:spLocks noGrp="1"/>
          </p:cNvSpPr>
          <p:nvPr>
            <p:ph type="ftr" sz="quarter" idx="11"/>
          </p:nvPr>
        </p:nvSpPr>
        <p:spPr/>
        <p:txBody>
          <a:bodyPr/>
          <a:lstStyle/>
          <a:p>
            <a:pPr rtl="0"/>
            <a:r>
              <a:rPr lang="pt-BR"/>
              <a:t>Exemplo de Texto de Rodapé</a:t>
            </a:r>
            <a:endParaRPr lang="pt-br"/>
          </a:p>
        </p:txBody>
      </p:sp>
      <p:sp>
        <p:nvSpPr>
          <p:cNvPr id="6" name="Slide Number Placeholder 5"/>
          <p:cNvSpPr>
            <a:spLocks noGrp="1"/>
          </p:cNvSpPr>
          <p:nvPr>
            <p:ph type="sldNum" sz="quarter" idx="12"/>
          </p:nvPr>
        </p:nvSpPr>
        <p:spPr/>
        <p:txBody>
          <a:bodyPr/>
          <a:lstStyle/>
          <a:p>
            <a:pPr rtl="0"/>
            <a:fld id="{2DE90F28-AFBB-4AB2-AA79-6D3F72ED131B}" type="slidenum">
              <a:rPr lang="en-US" smtClean="0"/>
              <a:t>‹nº›</a:t>
            </a:fld>
            <a:endParaRPr lang="en-US"/>
          </a:p>
        </p:txBody>
      </p:sp>
    </p:spTree>
    <p:extLst>
      <p:ext uri="{BB962C8B-B14F-4D97-AF65-F5344CB8AC3E}">
        <p14:creationId xmlns:p14="http://schemas.microsoft.com/office/powerpoint/2010/main" val="19904649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cSld name="Imagem grande, centralizada ">
    <p:spTree>
      <p:nvGrpSpPr>
        <p:cNvPr id="1" name=""/>
        <p:cNvGrpSpPr/>
        <p:nvPr/>
      </p:nvGrpSpPr>
      <p:grpSpPr>
        <a:xfrm>
          <a:off x="0" y="0"/>
          <a:ext cx="0" cy="0"/>
          <a:chOff x="0" y="0"/>
          <a:chExt cx="0" cy="0"/>
        </a:xfrm>
      </p:grpSpPr>
      <p:sp>
        <p:nvSpPr>
          <p:cNvPr id="4" name="Espaço Reservado para Data 3">
            <a:extLst>
              <a:ext uri="{FF2B5EF4-FFF2-40B4-BE49-F238E27FC236}">
                <a16:creationId xmlns:a16="http://schemas.microsoft.com/office/drawing/2014/main" id="{C6780C52-E6BB-4B27-B5D8-2D33B2497C56}"/>
              </a:ext>
            </a:extLst>
          </p:cNvPr>
          <p:cNvSpPr>
            <a:spLocks noGrp="1"/>
          </p:cNvSpPr>
          <p:nvPr>
            <p:ph type="dt" sz="half" idx="10"/>
          </p:nvPr>
        </p:nvSpPr>
        <p:spPr/>
        <p:txBody>
          <a:bodyPr rtlCol="0"/>
          <a:lstStyle>
            <a:lvl1pPr>
              <a:defRPr>
                <a:solidFill>
                  <a:schemeClr val="tx1"/>
                </a:solidFill>
              </a:defRPr>
            </a:lvl1pPr>
          </a:lstStyle>
          <a:p>
            <a:pPr rtl="0"/>
            <a:r>
              <a:rPr lang="pt-BR"/>
              <a:t>24/02/2025</a:t>
            </a:r>
            <a:endParaRPr lang="en-US"/>
          </a:p>
        </p:txBody>
      </p:sp>
      <p:sp>
        <p:nvSpPr>
          <p:cNvPr id="5" name="Espaço Reservado para Rodapé 4">
            <a:extLst>
              <a:ext uri="{FF2B5EF4-FFF2-40B4-BE49-F238E27FC236}">
                <a16:creationId xmlns:a16="http://schemas.microsoft.com/office/drawing/2014/main" id="{AF77C649-4A0C-4EF2-8FC1-2BCF0BF95D26}"/>
              </a:ext>
            </a:extLst>
          </p:cNvPr>
          <p:cNvSpPr>
            <a:spLocks noGrp="1"/>
          </p:cNvSpPr>
          <p:nvPr>
            <p:ph type="ftr" sz="quarter" idx="11"/>
          </p:nvPr>
        </p:nvSpPr>
        <p:spPr/>
        <p:txBody>
          <a:bodyPr rtlCol="0"/>
          <a:lstStyle>
            <a:lvl1pPr>
              <a:defRPr>
                <a:solidFill>
                  <a:schemeClr val="tx1"/>
                </a:solidFill>
              </a:defRPr>
            </a:lvl1pPr>
          </a:lstStyle>
          <a:p>
            <a:pPr rtl="0"/>
            <a:r>
              <a:rPr lang="pt-br"/>
              <a:t>Exemplo de Texto de Rodapé</a:t>
            </a:r>
          </a:p>
        </p:txBody>
      </p:sp>
      <p:sp>
        <p:nvSpPr>
          <p:cNvPr id="6" name="Espaço Reservado para o Número do Slide 5">
            <a:extLst>
              <a:ext uri="{FF2B5EF4-FFF2-40B4-BE49-F238E27FC236}">
                <a16:creationId xmlns:a16="http://schemas.microsoft.com/office/drawing/2014/main" id="{540E03F2-D0FE-49BB-8AEC-E99C4DB2D67D}"/>
              </a:ext>
            </a:extLst>
          </p:cNvPr>
          <p:cNvSpPr>
            <a:spLocks noGrp="1"/>
          </p:cNvSpPr>
          <p:nvPr>
            <p:ph type="sldNum" sz="quarter" idx="12"/>
          </p:nvPr>
        </p:nvSpPr>
        <p:spPr/>
        <p:txBody>
          <a:bodyPr rtlCol="0"/>
          <a:lstStyle>
            <a:lvl1pPr>
              <a:defRPr>
                <a:solidFill>
                  <a:schemeClr val="tx1"/>
                </a:solidFill>
              </a:defRPr>
            </a:lvl1pPr>
          </a:lstStyle>
          <a:p>
            <a:pPr rtl="0"/>
            <a:fld id="{2DE90F28-AFBB-4AB2-AA79-6D3F72ED131B}" type="slidenum">
              <a:rPr lang="en-US" smtClean="0"/>
              <a:pPr rtl="0"/>
              <a:t>‹nº›</a:t>
            </a:fld>
            <a:endParaRPr lang="en-US"/>
          </a:p>
        </p:txBody>
      </p:sp>
      <p:sp>
        <p:nvSpPr>
          <p:cNvPr id="8" name="Espaço Reservado para Imagem 2">
            <a:extLst>
              <a:ext uri="{FF2B5EF4-FFF2-40B4-BE49-F238E27FC236}">
                <a16:creationId xmlns:a16="http://schemas.microsoft.com/office/drawing/2014/main" id="{296F44EC-3250-3BC6-1F53-5567C762E255}"/>
              </a:ext>
            </a:extLst>
          </p:cNvPr>
          <p:cNvSpPr>
            <a:spLocks noGrp="1"/>
          </p:cNvSpPr>
          <p:nvPr>
            <p:ph type="pic" idx="13"/>
          </p:nvPr>
        </p:nvSpPr>
        <p:spPr>
          <a:xfrm>
            <a:off x="0" y="1"/>
            <a:ext cx="12192000" cy="3882069"/>
          </a:xfrm>
          <a:blipFill>
            <a:blip r:embed="rId2">
              <a:alphaModFix amt="70000"/>
            </a:blip>
            <a:stretch>
              <a:fillRect/>
            </a:stretch>
          </a:blipFill>
        </p:spPr>
        <p:txBody>
          <a:bodyPr rtlCol="0"/>
          <a:lstStyle>
            <a:lvl1pPr marL="0" indent="0">
              <a:buNone/>
              <a:defRPr sz="3200">
                <a:solidFill>
                  <a:schemeClr val="tx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pt-br"/>
              <a:t>Clique no ícone para adicionar uma imagem</a:t>
            </a:r>
            <a:endParaRPr lang="en-US" dirty="0"/>
          </a:p>
        </p:txBody>
      </p:sp>
      <p:sp>
        <p:nvSpPr>
          <p:cNvPr id="3" name="Subtítulo 2">
            <a:extLst>
              <a:ext uri="{FF2B5EF4-FFF2-40B4-BE49-F238E27FC236}">
                <a16:creationId xmlns:a16="http://schemas.microsoft.com/office/drawing/2014/main" id="{52E0C639-B0CD-4365-98A9-C1E5FF6CF450}"/>
              </a:ext>
            </a:extLst>
          </p:cNvPr>
          <p:cNvSpPr>
            <a:spLocks noGrp="1"/>
          </p:cNvSpPr>
          <p:nvPr>
            <p:ph type="subTitle" idx="1"/>
          </p:nvPr>
        </p:nvSpPr>
        <p:spPr>
          <a:xfrm>
            <a:off x="1940052" y="5870448"/>
            <a:ext cx="8311896" cy="694944"/>
          </a:xfrm>
        </p:spPr>
        <p:txBody>
          <a:bodyPr rtlCol="0" anchor="t" anchorCtr="0">
            <a:normAutofit/>
          </a:bodyPr>
          <a:lstStyle>
            <a:lvl1pPr marL="0" indent="0" algn="ctr">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pt-br"/>
              <a:t>Clique para editar o estilo de subtítulo Mestre</a:t>
            </a:r>
            <a:endParaRPr lang="en-US" dirty="0"/>
          </a:p>
        </p:txBody>
      </p:sp>
      <p:sp>
        <p:nvSpPr>
          <p:cNvPr id="2" name="Título 1">
            <a:extLst>
              <a:ext uri="{FF2B5EF4-FFF2-40B4-BE49-F238E27FC236}">
                <a16:creationId xmlns:a16="http://schemas.microsoft.com/office/drawing/2014/main" id="{E5E28808-26D1-4F4B-96F4-F3082078DD61}"/>
              </a:ext>
            </a:extLst>
          </p:cNvPr>
          <p:cNvSpPr>
            <a:spLocks noGrp="1"/>
          </p:cNvSpPr>
          <p:nvPr>
            <p:ph type="ctrTitle"/>
          </p:nvPr>
        </p:nvSpPr>
        <p:spPr>
          <a:xfrm>
            <a:off x="1252728" y="4297680"/>
            <a:ext cx="9692640" cy="1463040"/>
          </a:xfrm>
        </p:spPr>
        <p:txBody>
          <a:bodyPr rtlCol="0" anchor="b">
            <a:noAutofit/>
          </a:bodyPr>
          <a:lstStyle>
            <a:lvl1pPr algn="ctr">
              <a:defRPr sz="4400">
                <a:solidFill>
                  <a:schemeClr val="tx1"/>
                </a:solidFill>
              </a:defRPr>
            </a:lvl1pPr>
          </a:lstStyle>
          <a:p>
            <a:pPr rtl="0"/>
            <a:r>
              <a:rPr lang="pt-br"/>
              <a:t>Clique para editar o estilo de título Mestre</a:t>
            </a:r>
          </a:p>
        </p:txBody>
      </p:sp>
    </p:spTree>
    <p:extLst>
      <p:ext uri="{BB962C8B-B14F-4D97-AF65-F5344CB8AC3E}">
        <p14:creationId xmlns:p14="http://schemas.microsoft.com/office/powerpoint/2010/main" val="7532273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Demonstrativo 2">
    <p:spTree>
      <p:nvGrpSpPr>
        <p:cNvPr id="1" name=""/>
        <p:cNvGrpSpPr/>
        <p:nvPr/>
      </p:nvGrpSpPr>
      <p:grpSpPr>
        <a:xfrm>
          <a:off x="0" y="0"/>
          <a:ext cx="0" cy="0"/>
          <a:chOff x="0" y="0"/>
          <a:chExt cx="0" cy="0"/>
        </a:xfrm>
      </p:grpSpPr>
      <p:sp>
        <p:nvSpPr>
          <p:cNvPr id="3" name="Espaço Reservado para Data 2">
            <a:extLst>
              <a:ext uri="{FF2B5EF4-FFF2-40B4-BE49-F238E27FC236}">
                <a16:creationId xmlns:a16="http://schemas.microsoft.com/office/drawing/2014/main" id="{67F688C7-1128-9027-65E4-A17BBE7DDDF0}"/>
              </a:ext>
            </a:extLst>
          </p:cNvPr>
          <p:cNvSpPr>
            <a:spLocks noGrp="1"/>
          </p:cNvSpPr>
          <p:nvPr>
            <p:ph type="dt" sz="half" idx="10"/>
          </p:nvPr>
        </p:nvSpPr>
        <p:spPr/>
        <p:txBody>
          <a:bodyPr rtlCol="0"/>
          <a:lstStyle>
            <a:lvl1pPr>
              <a:defRPr>
                <a:solidFill>
                  <a:schemeClr val="tx1"/>
                </a:solidFill>
              </a:defRPr>
            </a:lvl1pPr>
          </a:lstStyle>
          <a:p>
            <a:pPr rtl="0"/>
            <a:r>
              <a:rPr lang="pt-BR"/>
              <a:t>24/02/2025</a:t>
            </a:r>
            <a:endParaRPr lang="en-US"/>
          </a:p>
        </p:txBody>
      </p:sp>
      <p:sp>
        <p:nvSpPr>
          <p:cNvPr id="4" name="Espaço Reservado para Rodapé 3">
            <a:extLst>
              <a:ext uri="{FF2B5EF4-FFF2-40B4-BE49-F238E27FC236}">
                <a16:creationId xmlns:a16="http://schemas.microsoft.com/office/drawing/2014/main" id="{3D56E87B-2252-4382-E6E7-15A81BCC8029}"/>
              </a:ext>
            </a:extLst>
          </p:cNvPr>
          <p:cNvSpPr>
            <a:spLocks noGrp="1"/>
          </p:cNvSpPr>
          <p:nvPr>
            <p:ph type="ftr" sz="quarter" idx="11"/>
          </p:nvPr>
        </p:nvSpPr>
        <p:spPr/>
        <p:txBody>
          <a:bodyPr rtlCol="0"/>
          <a:lstStyle>
            <a:lvl1pPr>
              <a:defRPr>
                <a:solidFill>
                  <a:schemeClr val="tx1"/>
                </a:solidFill>
              </a:defRPr>
            </a:lvl1pPr>
          </a:lstStyle>
          <a:p>
            <a:pPr rtl="0"/>
            <a:r>
              <a:rPr lang="pt-br"/>
              <a:t>Exemplo de Texto de Rodapé</a:t>
            </a:r>
          </a:p>
        </p:txBody>
      </p:sp>
      <p:sp>
        <p:nvSpPr>
          <p:cNvPr id="5" name="Espaço Reservado para o Número do Slide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rtlCol="0"/>
          <a:lstStyle>
            <a:lvl1pPr>
              <a:defRPr>
                <a:solidFill>
                  <a:schemeClr val="tx1"/>
                </a:solidFill>
              </a:defRPr>
            </a:lvl1pPr>
          </a:lstStyle>
          <a:p>
            <a:pPr rtl="0"/>
            <a:fld id="{CC057153-B650-4DEB-B370-79DDCFDCE934}" type="slidenum">
              <a:rPr lang="en-US" smtClean="0"/>
              <a:pPr rtl="0"/>
              <a:t>‹nº›</a:t>
            </a:fld>
            <a:endParaRPr lang="en-US"/>
          </a:p>
        </p:txBody>
      </p:sp>
      <p:sp>
        <p:nvSpPr>
          <p:cNvPr id="7" name="Espaço Reservado para Conteúdo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914400" y="2194560"/>
            <a:ext cx="8266176" cy="4142232"/>
          </a:xfrm>
        </p:spPr>
        <p:txBody>
          <a:bodyPr rtlCol="0" anchor="t" anchorCtr="0">
            <a:noAutofit/>
          </a:bodyPr>
          <a:lstStyle>
            <a:lvl1pPr marL="0" indent="0">
              <a:lnSpc>
                <a:spcPct val="100000"/>
              </a:lnSpc>
              <a:buNone/>
              <a:defRPr sz="4400" b="0">
                <a:solidFill>
                  <a:schemeClr val="tx1"/>
                </a:solidFill>
              </a:defRPr>
            </a:lvl1pPr>
            <a:lvl2pPr marL="228600" indent="0">
              <a:lnSpc>
                <a:spcPct val="100000"/>
              </a:lnSpc>
              <a:buNone/>
              <a:defRPr sz="4000" b="0">
                <a:solidFill>
                  <a:schemeClr val="tx1"/>
                </a:solidFill>
              </a:defRPr>
            </a:lvl2pPr>
            <a:lvl3pPr marL="457200" indent="0">
              <a:lnSpc>
                <a:spcPct val="100000"/>
              </a:lnSpc>
              <a:buNone/>
              <a:defRPr sz="3600" b="0">
                <a:solidFill>
                  <a:schemeClr val="tx1"/>
                </a:solidFill>
              </a:defRPr>
            </a:lvl3pPr>
            <a:lvl4pPr marL="685800" indent="0">
              <a:lnSpc>
                <a:spcPct val="100000"/>
              </a:lnSpc>
              <a:buNone/>
              <a:defRPr sz="3200" b="0">
                <a:solidFill>
                  <a:schemeClr val="tx1"/>
                </a:solidFill>
              </a:defRPr>
            </a:lvl4pPr>
            <a:lvl5pPr marL="914400" indent="0">
              <a:lnSpc>
                <a:spcPct val="100000"/>
              </a:lnSpc>
              <a:buNone/>
              <a:defRPr sz="2800" b="0">
                <a:solidFill>
                  <a:schemeClr val="tx1"/>
                </a:solidFill>
              </a:defRPr>
            </a:lvl5pPr>
          </a:lstStyle>
          <a:p>
            <a:pPr lvl="0" rtl="0"/>
            <a:r>
              <a:rPr lang="pt-br"/>
              <a:t>Clique para editar a Instrução</a:t>
            </a:r>
          </a:p>
          <a:p>
            <a:pPr lvl="1" rtl="0"/>
            <a:r>
              <a:rPr lang="pt-br"/>
              <a:t>Segundo nível</a:t>
            </a:r>
          </a:p>
          <a:p>
            <a:pPr lvl="2" rtl="0"/>
            <a:r>
              <a:rPr lang="pt-br"/>
              <a:t>Terceiro nível</a:t>
            </a:r>
          </a:p>
          <a:p>
            <a:pPr lvl="3" rtl="0"/>
            <a:r>
              <a:rPr lang="pt-br"/>
              <a:t>Quarto nível</a:t>
            </a:r>
          </a:p>
          <a:p>
            <a:pPr lvl="4" rtl="0"/>
            <a:r>
              <a:rPr lang="pt-br"/>
              <a:t>Quinto nível</a:t>
            </a:r>
          </a:p>
        </p:txBody>
      </p:sp>
      <p:sp>
        <p:nvSpPr>
          <p:cNvPr id="2" name="Título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133856"/>
          </a:xfrm>
        </p:spPr>
        <p:txBody>
          <a:bodyPr rtlCol="0"/>
          <a:lstStyle>
            <a:lvl1pPr>
              <a:defRPr>
                <a:solidFill>
                  <a:schemeClr val="tx1"/>
                </a:solidFill>
              </a:defRPr>
            </a:lvl1pPr>
          </a:lstStyle>
          <a:p>
            <a:pPr rtl="0"/>
            <a:r>
              <a:rPr lang="pt-br"/>
              <a:t>Clique para editar o estilo de título Mestre</a:t>
            </a:r>
          </a:p>
        </p:txBody>
      </p:sp>
    </p:spTree>
    <p:extLst>
      <p:ext uri="{BB962C8B-B14F-4D97-AF65-F5344CB8AC3E}">
        <p14:creationId xmlns:p14="http://schemas.microsoft.com/office/powerpoint/2010/main" val="199621056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cSld name="Imagem e texto menores em arco empilhados">
    <p:spTree>
      <p:nvGrpSpPr>
        <p:cNvPr id="1" name=""/>
        <p:cNvGrpSpPr/>
        <p:nvPr/>
      </p:nvGrpSpPr>
      <p:grpSpPr>
        <a:xfrm>
          <a:off x="0" y="0"/>
          <a:ext cx="0" cy="0"/>
          <a:chOff x="0" y="0"/>
          <a:chExt cx="0" cy="0"/>
        </a:xfrm>
      </p:grpSpPr>
      <p:sp>
        <p:nvSpPr>
          <p:cNvPr id="4" name="Espaço Reservado para Data 3">
            <a:extLst>
              <a:ext uri="{FF2B5EF4-FFF2-40B4-BE49-F238E27FC236}">
                <a16:creationId xmlns:a16="http://schemas.microsoft.com/office/drawing/2014/main" id="{456E74E5-D20D-4AB7-8D98-F336CE0ECCBE}"/>
              </a:ext>
            </a:extLst>
          </p:cNvPr>
          <p:cNvSpPr>
            <a:spLocks noGrp="1"/>
          </p:cNvSpPr>
          <p:nvPr>
            <p:ph type="dt" sz="half" idx="10"/>
          </p:nvPr>
        </p:nvSpPr>
        <p:spPr/>
        <p:txBody>
          <a:bodyPr rtlCol="0"/>
          <a:lstStyle>
            <a:lvl1pPr>
              <a:defRPr>
                <a:solidFill>
                  <a:schemeClr val="tx1"/>
                </a:solidFill>
              </a:defRPr>
            </a:lvl1pPr>
          </a:lstStyle>
          <a:p>
            <a:pPr rtl="0"/>
            <a:r>
              <a:rPr lang="pt-BR"/>
              <a:t>24/02/2025</a:t>
            </a:r>
            <a:endParaRPr lang="en-US"/>
          </a:p>
        </p:txBody>
      </p:sp>
      <p:sp>
        <p:nvSpPr>
          <p:cNvPr id="5" name="Espaço Reservado para Rodapé 4">
            <a:extLst>
              <a:ext uri="{FF2B5EF4-FFF2-40B4-BE49-F238E27FC236}">
                <a16:creationId xmlns:a16="http://schemas.microsoft.com/office/drawing/2014/main" id="{C79D23AA-8F22-4B09-8FAA-CD16E5D66C5D}"/>
              </a:ext>
            </a:extLst>
          </p:cNvPr>
          <p:cNvSpPr>
            <a:spLocks noGrp="1"/>
          </p:cNvSpPr>
          <p:nvPr>
            <p:ph type="ftr" sz="quarter" idx="11"/>
          </p:nvPr>
        </p:nvSpPr>
        <p:spPr/>
        <p:txBody>
          <a:bodyPr rtlCol="0"/>
          <a:lstStyle>
            <a:lvl1pPr>
              <a:defRPr>
                <a:solidFill>
                  <a:schemeClr val="tx1"/>
                </a:solidFill>
              </a:defRPr>
            </a:lvl1pPr>
          </a:lstStyle>
          <a:p>
            <a:pPr rtl="0"/>
            <a:r>
              <a:rPr lang="pt-br"/>
              <a:t>Exemplo de Texto de Rodapé</a:t>
            </a:r>
          </a:p>
        </p:txBody>
      </p:sp>
      <p:sp>
        <p:nvSpPr>
          <p:cNvPr id="6" name="Espaço Reservado para o Número do Slide 5">
            <a:extLst>
              <a:ext uri="{FF2B5EF4-FFF2-40B4-BE49-F238E27FC236}">
                <a16:creationId xmlns:a16="http://schemas.microsoft.com/office/drawing/2014/main" id="{84E8A028-A0C8-45E7-915E-B83FF59C9F18}"/>
              </a:ext>
            </a:extLst>
          </p:cNvPr>
          <p:cNvSpPr>
            <a:spLocks noGrp="1"/>
          </p:cNvSpPr>
          <p:nvPr>
            <p:ph type="sldNum" sz="quarter" idx="12"/>
          </p:nvPr>
        </p:nvSpPr>
        <p:spPr/>
        <p:txBody>
          <a:bodyPr rtlCol="0"/>
          <a:lstStyle>
            <a:lvl1pPr>
              <a:defRPr>
                <a:solidFill>
                  <a:schemeClr val="tx1"/>
                </a:solidFill>
              </a:defRPr>
            </a:lvl1pPr>
          </a:lstStyle>
          <a:p>
            <a:pPr rtl="0"/>
            <a:fld id="{2DE90F28-AFBB-4AB2-AA79-6D3F72ED131B}" type="slidenum">
              <a:rPr lang="en-US" smtClean="0"/>
              <a:pPr rtl="0"/>
              <a:t>‹nº›</a:t>
            </a:fld>
            <a:endParaRPr lang="en-US"/>
          </a:p>
        </p:txBody>
      </p:sp>
      <p:cxnSp>
        <p:nvCxnSpPr>
          <p:cNvPr id="7" name="Conector Reto 6">
            <a:extLst>
              <a:ext uri="{FF2B5EF4-FFF2-40B4-BE49-F238E27FC236}">
                <a16:creationId xmlns:a16="http://schemas.microsoft.com/office/drawing/2014/main" id="{87D5047A-8374-81B9-9ABD-CFA7D417D8AE}"/>
              </a:ext>
              <a:ext uri="{C183D7F6-B498-43B3-948B-1728B52AA6E4}">
                <adec:decorative xmlns:adec="http://schemas.microsoft.com/office/drawing/2017/decorative" val="1"/>
              </a:ext>
            </a:extLst>
          </p:cNvPr>
          <p:cNvCxnSpPr>
            <a:cxnSpLocks/>
          </p:cNvCxnSpPr>
          <p:nvPr userDrawn="1"/>
        </p:nvCxnSpPr>
        <p:spPr>
          <a:xfrm>
            <a:off x="5023488"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Espaço Reservado para Imagem 9">
            <a:extLst>
              <a:ext uri="{FF2B5EF4-FFF2-40B4-BE49-F238E27FC236}">
                <a16:creationId xmlns:a16="http://schemas.microsoft.com/office/drawing/2014/main" id="{9BE07FF4-BF4B-6398-D1A0-BFF55DCF0867}"/>
              </a:ext>
            </a:extLst>
          </p:cNvPr>
          <p:cNvSpPr>
            <a:spLocks noGrp="1"/>
          </p:cNvSpPr>
          <p:nvPr>
            <p:ph type="pic" idx="13"/>
          </p:nvPr>
        </p:nvSpPr>
        <p:spPr>
          <a:xfrm>
            <a:off x="1471121" y="1298448"/>
            <a:ext cx="2132678" cy="2132678"/>
          </a:xfrm>
          <a:custGeom>
            <a:avLst/>
            <a:gdLst>
              <a:gd name="connsiteX0" fmla="*/ 1066339 w 2132678"/>
              <a:gd name="connsiteY0" fmla="*/ 0 h 2132678"/>
              <a:gd name="connsiteX1" fmla="*/ 2132678 w 2132678"/>
              <a:gd name="connsiteY1" fmla="*/ 1066339 h 2132678"/>
              <a:gd name="connsiteX2" fmla="*/ 2132678 w 2132678"/>
              <a:gd name="connsiteY2" fmla="*/ 2132678 h 2132678"/>
              <a:gd name="connsiteX3" fmla="*/ 0 w 2132678"/>
              <a:gd name="connsiteY3" fmla="*/ 2132678 h 2132678"/>
              <a:gd name="connsiteX4" fmla="*/ 0 w 2132678"/>
              <a:gd name="connsiteY4" fmla="*/ 1066339 h 2132678"/>
              <a:gd name="connsiteX5" fmla="*/ 1066339 w 2132678"/>
              <a:gd name="connsiteY5" fmla="*/ 0 h 21326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132678" h="2132678">
                <a:moveTo>
                  <a:pt x="1066339" y="0"/>
                </a:moveTo>
                <a:cubicBezTo>
                  <a:pt x="1655262" y="0"/>
                  <a:pt x="2132678" y="477416"/>
                  <a:pt x="2132678" y="1066339"/>
                </a:cubicBezTo>
                <a:lnTo>
                  <a:pt x="2132678" y="2132678"/>
                </a:lnTo>
                <a:lnTo>
                  <a:pt x="0" y="2132678"/>
                </a:lnTo>
                <a:lnTo>
                  <a:pt x="0" y="1066339"/>
                </a:lnTo>
                <a:cubicBezTo>
                  <a:pt x="0" y="477416"/>
                  <a:pt x="477416" y="0"/>
                  <a:pt x="1066339" y="0"/>
                </a:cubicBezTo>
                <a:close/>
              </a:path>
            </a:pathLst>
          </a:custGeom>
          <a:blipFill>
            <a:blip r:embed="rId2">
              <a:alphaModFix amt="70000"/>
            </a:blip>
            <a:stretch>
              <a:fillRect/>
            </a:stretch>
          </a:blipFill>
        </p:spPr>
        <p:txBody>
          <a:bodyPr wrap="square" rtlCol="0" anchor="ctr" anchorCtr="0">
            <a:noAutofit/>
          </a:bodyPr>
          <a:lstStyle>
            <a:lvl1pPr marL="0" indent="0" algn="ctr">
              <a:buNone/>
              <a:defRPr sz="2000">
                <a:solidFill>
                  <a:schemeClr val="tx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pt-br"/>
              <a:t>Clique no ícone para adicionar uma imagem</a:t>
            </a:r>
            <a:endParaRPr lang="en-US" dirty="0"/>
          </a:p>
        </p:txBody>
      </p:sp>
      <p:sp>
        <p:nvSpPr>
          <p:cNvPr id="3" name="Espaço Reservado para Conteúdo 2">
            <a:extLst>
              <a:ext uri="{FF2B5EF4-FFF2-40B4-BE49-F238E27FC236}">
                <a16:creationId xmlns:a16="http://schemas.microsoft.com/office/drawing/2014/main" id="{7FA263F8-8E34-4910-BF7A-F1C5A99689DC}"/>
              </a:ext>
            </a:extLst>
          </p:cNvPr>
          <p:cNvSpPr>
            <a:spLocks noGrp="1"/>
          </p:cNvSpPr>
          <p:nvPr>
            <p:ph idx="1"/>
          </p:nvPr>
        </p:nvSpPr>
        <p:spPr>
          <a:xfrm>
            <a:off x="5861304" y="841248"/>
            <a:ext cx="5486400" cy="5340096"/>
          </a:xfrm>
        </p:spPr>
        <p:txBody>
          <a:bodyPr rtlCol="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p>
        </p:txBody>
      </p:sp>
      <p:sp>
        <p:nvSpPr>
          <p:cNvPr id="2" name="Título 1">
            <a:extLst>
              <a:ext uri="{FF2B5EF4-FFF2-40B4-BE49-F238E27FC236}">
                <a16:creationId xmlns:a16="http://schemas.microsoft.com/office/drawing/2014/main" id="{F7D05B5E-C545-4763-BA47-4C2C0FCA514D}"/>
              </a:ext>
            </a:extLst>
          </p:cNvPr>
          <p:cNvSpPr>
            <a:spLocks noGrp="1"/>
          </p:cNvSpPr>
          <p:nvPr>
            <p:ph type="title"/>
          </p:nvPr>
        </p:nvSpPr>
        <p:spPr>
          <a:xfrm>
            <a:off x="557784" y="3813048"/>
            <a:ext cx="3959352" cy="2157984"/>
          </a:xfrm>
        </p:spPr>
        <p:txBody>
          <a:bodyPr rtlCol="0" anchor="t" anchorCtr="0">
            <a:noAutofit/>
          </a:bodyPr>
          <a:lstStyle>
            <a:lvl1pPr algn="ctr">
              <a:defRPr sz="3200">
                <a:solidFill>
                  <a:schemeClr val="tx1"/>
                </a:solidFill>
              </a:defRPr>
            </a:lvl1pPr>
          </a:lstStyle>
          <a:p>
            <a:pPr rtl="0"/>
            <a:r>
              <a:rPr lang="pt-br"/>
              <a:t>Clique para editar o estilo de título Mestre</a:t>
            </a:r>
          </a:p>
        </p:txBody>
      </p:sp>
    </p:spTree>
    <p:extLst>
      <p:ext uri="{BB962C8B-B14F-4D97-AF65-F5344CB8AC3E}">
        <p14:creationId xmlns:p14="http://schemas.microsoft.com/office/powerpoint/2010/main" val="237967385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cSld name="Imagem em arco e texto empilhados">
    <p:spTree>
      <p:nvGrpSpPr>
        <p:cNvPr id="1" name=""/>
        <p:cNvGrpSpPr/>
        <p:nvPr/>
      </p:nvGrpSpPr>
      <p:grpSpPr>
        <a:xfrm>
          <a:off x="0" y="0"/>
          <a:ext cx="0" cy="0"/>
          <a:chOff x="0" y="0"/>
          <a:chExt cx="0" cy="0"/>
        </a:xfrm>
      </p:grpSpPr>
      <p:sp>
        <p:nvSpPr>
          <p:cNvPr id="4" name="Espaço Reservado para Data 3">
            <a:extLst>
              <a:ext uri="{FF2B5EF4-FFF2-40B4-BE49-F238E27FC236}">
                <a16:creationId xmlns:a16="http://schemas.microsoft.com/office/drawing/2014/main" id="{456E74E5-D20D-4AB7-8D98-F336CE0ECCBE}"/>
              </a:ext>
            </a:extLst>
          </p:cNvPr>
          <p:cNvSpPr>
            <a:spLocks noGrp="1"/>
          </p:cNvSpPr>
          <p:nvPr>
            <p:ph type="dt" sz="half" idx="10"/>
          </p:nvPr>
        </p:nvSpPr>
        <p:spPr/>
        <p:txBody>
          <a:bodyPr rtlCol="0"/>
          <a:lstStyle>
            <a:lvl1pPr>
              <a:defRPr>
                <a:solidFill>
                  <a:schemeClr val="tx1"/>
                </a:solidFill>
              </a:defRPr>
            </a:lvl1pPr>
          </a:lstStyle>
          <a:p>
            <a:pPr rtl="0"/>
            <a:r>
              <a:rPr lang="pt-BR"/>
              <a:t>24/02/2025</a:t>
            </a:r>
            <a:endParaRPr lang="en-US"/>
          </a:p>
        </p:txBody>
      </p:sp>
      <p:sp>
        <p:nvSpPr>
          <p:cNvPr id="5" name="Espaço Reservado para Rodapé 4">
            <a:extLst>
              <a:ext uri="{FF2B5EF4-FFF2-40B4-BE49-F238E27FC236}">
                <a16:creationId xmlns:a16="http://schemas.microsoft.com/office/drawing/2014/main" id="{C79D23AA-8F22-4B09-8FAA-CD16E5D66C5D}"/>
              </a:ext>
            </a:extLst>
          </p:cNvPr>
          <p:cNvSpPr>
            <a:spLocks noGrp="1"/>
          </p:cNvSpPr>
          <p:nvPr>
            <p:ph type="ftr" sz="quarter" idx="11"/>
          </p:nvPr>
        </p:nvSpPr>
        <p:spPr/>
        <p:txBody>
          <a:bodyPr rtlCol="0"/>
          <a:lstStyle>
            <a:lvl1pPr>
              <a:defRPr>
                <a:solidFill>
                  <a:schemeClr val="tx1"/>
                </a:solidFill>
              </a:defRPr>
            </a:lvl1pPr>
          </a:lstStyle>
          <a:p>
            <a:pPr rtl="0"/>
            <a:r>
              <a:rPr lang="pt-br"/>
              <a:t>Exemplo de Texto de Rodapé</a:t>
            </a:r>
          </a:p>
        </p:txBody>
      </p:sp>
      <p:sp>
        <p:nvSpPr>
          <p:cNvPr id="6" name="Espaço Reservado para o Número do Slide 5">
            <a:extLst>
              <a:ext uri="{FF2B5EF4-FFF2-40B4-BE49-F238E27FC236}">
                <a16:creationId xmlns:a16="http://schemas.microsoft.com/office/drawing/2014/main" id="{84E8A028-A0C8-45E7-915E-B83FF59C9F18}"/>
              </a:ext>
            </a:extLst>
          </p:cNvPr>
          <p:cNvSpPr>
            <a:spLocks noGrp="1"/>
          </p:cNvSpPr>
          <p:nvPr>
            <p:ph type="sldNum" sz="quarter" idx="12"/>
          </p:nvPr>
        </p:nvSpPr>
        <p:spPr/>
        <p:txBody>
          <a:bodyPr rtlCol="0"/>
          <a:lstStyle>
            <a:lvl1pPr>
              <a:defRPr>
                <a:solidFill>
                  <a:schemeClr val="tx1"/>
                </a:solidFill>
              </a:defRPr>
            </a:lvl1pPr>
          </a:lstStyle>
          <a:p>
            <a:pPr rtl="0"/>
            <a:fld id="{2DE90F28-AFBB-4AB2-AA79-6D3F72ED131B}" type="slidenum">
              <a:rPr lang="en-US" smtClean="0"/>
              <a:pPr rtl="0"/>
              <a:t>‹nº›</a:t>
            </a:fld>
            <a:endParaRPr lang="en-US"/>
          </a:p>
        </p:txBody>
      </p:sp>
      <p:sp>
        <p:nvSpPr>
          <p:cNvPr id="8" name="Espaço Reservado para Imagem 7">
            <a:extLst>
              <a:ext uri="{FF2B5EF4-FFF2-40B4-BE49-F238E27FC236}">
                <a16:creationId xmlns:a16="http://schemas.microsoft.com/office/drawing/2014/main" id="{4E5AAB3D-814D-597A-6ADE-F522A8116DCD}"/>
              </a:ext>
            </a:extLst>
          </p:cNvPr>
          <p:cNvSpPr>
            <a:spLocks noGrp="1"/>
          </p:cNvSpPr>
          <p:nvPr>
            <p:ph type="pic" idx="13"/>
          </p:nvPr>
        </p:nvSpPr>
        <p:spPr>
          <a:xfrm>
            <a:off x="1257301" y="1097280"/>
            <a:ext cx="3776470" cy="3168100"/>
          </a:xfrm>
          <a:custGeom>
            <a:avLst/>
            <a:gdLst>
              <a:gd name="connsiteX0" fmla="*/ 1888235 w 3776470"/>
              <a:gd name="connsiteY0" fmla="*/ 0 h 3168100"/>
              <a:gd name="connsiteX1" fmla="*/ 3776470 w 3776470"/>
              <a:gd name="connsiteY1" fmla="*/ 1888235 h 3168100"/>
              <a:gd name="connsiteX2" fmla="*/ 3776470 w 3776470"/>
              <a:gd name="connsiteY2" fmla="*/ 3168100 h 3168100"/>
              <a:gd name="connsiteX3" fmla="*/ 0 w 3776470"/>
              <a:gd name="connsiteY3" fmla="*/ 3168100 h 3168100"/>
              <a:gd name="connsiteX4" fmla="*/ 0 w 3776470"/>
              <a:gd name="connsiteY4" fmla="*/ 1888235 h 3168100"/>
              <a:gd name="connsiteX5" fmla="*/ 1888235 w 3776470"/>
              <a:gd name="connsiteY5" fmla="*/ 0 h 3168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6470" h="3168100">
                <a:moveTo>
                  <a:pt x="1888235" y="0"/>
                </a:moveTo>
                <a:cubicBezTo>
                  <a:pt x="2931078" y="0"/>
                  <a:pt x="3776470" y="845392"/>
                  <a:pt x="3776470" y="1888235"/>
                </a:cubicBezTo>
                <a:lnTo>
                  <a:pt x="3776470" y="3168100"/>
                </a:lnTo>
                <a:lnTo>
                  <a:pt x="0" y="3168100"/>
                </a:lnTo>
                <a:lnTo>
                  <a:pt x="0" y="1888235"/>
                </a:lnTo>
                <a:cubicBezTo>
                  <a:pt x="0" y="845392"/>
                  <a:pt x="845392" y="0"/>
                  <a:pt x="1888235" y="0"/>
                </a:cubicBezTo>
                <a:close/>
              </a:path>
            </a:pathLst>
          </a:custGeom>
          <a:blipFill>
            <a:blip r:embed="rId2">
              <a:alphaModFix amt="70000"/>
            </a:blip>
            <a:stretch>
              <a:fillRect/>
            </a:stretch>
          </a:blipFill>
        </p:spPr>
        <p:txBody>
          <a:bodyPr wrap="square" rtlCol="0">
            <a:noAutofit/>
          </a:bodyPr>
          <a:lstStyle>
            <a:lvl1pPr marL="0" indent="0">
              <a:buNone/>
              <a:defRPr sz="3200">
                <a:solidFill>
                  <a:schemeClr val="tx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pt-br"/>
              <a:t>Clique no ícone para adicionar uma imagem</a:t>
            </a:r>
            <a:endParaRPr lang="en-US" dirty="0"/>
          </a:p>
        </p:txBody>
      </p:sp>
      <p:sp>
        <p:nvSpPr>
          <p:cNvPr id="3" name="Espaço Reservado para Conteúdo 2">
            <a:extLst>
              <a:ext uri="{FF2B5EF4-FFF2-40B4-BE49-F238E27FC236}">
                <a16:creationId xmlns:a16="http://schemas.microsoft.com/office/drawing/2014/main" id="{7FA263F8-8E34-4910-BF7A-F1C5A99689DC}"/>
              </a:ext>
            </a:extLst>
          </p:cNvPr>
          <p:cNvSpPr>
            <a:spLocks noGrp="1"/>
          </p:cNvSpPr>
          <p:nvPr>
            <p:ph idx="1"/>
          </p:nvPr>
        </p:nvSpPr>
        <p:spPr>
          <a:xfrm>
            <a:off x="7141464" y="841248"/>
            <a:ext cx="4215384" cy="5330952"/>
          </a:xfrm>
        </p:spPr>
        <p:txBody>
          <a:bodyPr rtlCol="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p>
        </p:txBody>
      </p:sp>
      <p:sp>
        <p:nvSpPr>
          <p:cNvPr id="2" name="Título 1">
            <a:extLst>
              <a:ext uri="{FF2B5EF4-FFF2-40B4-BE49-F238E27FC236}">
                <a16:creationId xmlns:a16="http://schemas.microsoft.com/office/drawing/2014/main" id="{F7D05B5E-C545-4763-BA47-4C2C0FCA514D}"/>
              </a:ext>
            </a:extLst>
          </p:cNvPr>
          <p:cNvSpPr>
            <a:spLocks noGrp="1"/>
          </p:cNvSpPr>
          <p:nvPr>
            <p:ph type="title"/>
          </p:nvPr>
        </p:nvSpPr>
        <p:spPr>
          <a:xfrm>
            <a:off x="1060704" y="4608576"/>
            <a:ext cx="4169664" cy="1609344"/>
          </a:xfrm>
        </p:spPr>
        <p:txBody>
          <a:bodyPr rtlCol="0" anchor="t" anchorCtr="0">
            <a:noAutofit/>
          </a:bodyPr>
          <a:lstStyle>
            <a:lvl1pPr algn="ctr">
              <a:defRPr sz="3200">
                <a:solidFill>
                  <a:schemeClr val="tx1"/>
                </a:solidFill>
              </a:defRPr>
            </a:lvl1pPr>
          </a:lstStyle>
          <a:p>
            <a:pPr rtl="0"/>
            <a:r>
              <a:rPr lang="pt-br"/>
              <a:t>Clique para editar o estilo de título Mestre</a:t>
            </a:r>
          </a:p>
        </p:txBody>
      </p:sp>
    </p:spTree>
    <p:extLst>
      <p:ext uri="{BB962C8B-B14F-4D97-AF65-F5344CB8AC3E}">
        <p14:creationId xmlns:p14="http://schemas.microsoft.com/office/powerpoint/2010/main" val="14847704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9" name="Forma livre: Forma 10">
            <a:extLst>
              <a:ext uri="{FF2B5EF4-FFF2-40B4-BE49-F238E27FC236}">
                <a16:creationId xmlns:a16="http://schemas.microsoft.com/office/drawing/2014/main" id="{DC4B7516-5913-5545-9187-9474558F19A3}"/>
              </a:ext>
              <a:ext uri="{C183D7F6-B498-43B3-948B-1728B52AA6E4}">
                <adec:decorative xmlns:adec="http://schemas.microsoft.com/office/drawing/2017/decorative" val="1"/>
              </a:ext>
            </a:extLst>
          </p:cNvPr>
          <p:cNvSpPr/>
          <p:nvPr userDrawn="1"/>
        </p:nvSpPr>
        <p:spPr>
          <a:xfrm>
            <a:off x="1708652" y="491867"/>
            <a:ext cx="8774697" cy="5855793"/>
          </a:xfrm>
          <a:custGeom>
            <a:avLst/>
            <a:gdLst>
              <a:gd name="connsiteX0" fmla="*/ 4387350 w 8774697"/>
              <a:gd name="connsiteY0" fmla="*/ 0 h 5855793"/>
              <a:gd name="connsiteX1" fmla="*/ 8774697 w 8774697"/>
              <a:gd name="connsiteY1" fmla="*/ 4387348 h 5855793"/>
              <a:gd name="connsiteX2" fmla="*/ 8774697 w 8774697"/>
              <a:gd name="connsiteY2" fmla="*/ 5468251 h 5855793"/>
              <a:gd name="connsiteX3" fmla="*/ 8774697 w 8774697"/>
              <a:gd name="connsiteY3" fmla="*/ 5855793 h 5855793"/>
              <a:gd name="connsiteX4" fmla="*/ 0 w 8774697"/>
              <a:gd name="connsiteY4" fmla="*/ 5855793 h 5855793"/>
              <a:gd name="connsiteX5" fmla="*/ 0 w 8774697"/>
              <a:gd name="connsiteY5" fmla="*/ 5468251 h 5855793"/>
              <a:gd name="connsiteX6" fmla="*/ 0 w 8774697"/>
              <a:gd name="connsiteY6" fmla="*/ 4387348 h 5855793"/>
              <a:gd name="connsiteX7" fmla="*/ 4387350 w 8774697"/>
              <a:gd name="connsiteY7" fmla="*/ 0 h 58557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74697" h="5855793">
                <a:moveTo>
                  <a:pt x="4387350" y="0"/>
                </a:moveTo>
                <a:cubicBezTo>
                  <a:pt x="6810414" y="0"/>
                  <a:pt x="8774697" y="1964283"/>
                  <a:pt x="8774697" y="4387348"/>
                </a:cubicBezTo>
                <a:lnTo>
                  <a:pt x="8774697" y="5468251"/>
                </a:lnTo>
                <a:lnTo>
                  <a:pt x="8774697" y="5855793"/>
                </a:lnTo>
                <a:lnTo>
                  <a:pt x="0" y="5855793"/>
                </a:lnTo>
                <a:lnTo>
                  <a:pt x="0" y="5468251"/>
                </a:lnTo>
                <a:lnTo>
                  <a:pt x="0" y="4387348"/>
                </a:lnTo>
                <a:cubicBezTo>
                  <a:pt x="0" y="1964283"/>
                  <a:pt x="1964285" y="0"/>
                  <a:pt x="4387350" y="0"/>
                </a:cubicBezTo>
                <a:close/>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en-US">
              <a:solidFill>
                <a:schemeClr val="tx1"/>
              </a:solidFill>
            </a:endParaRPr>
          </a:p>
        </p:txBody>
      </p:sp>
      <p:sp>
        <p:nvSpPr>
          <p:cNvPr id="3" name="Espaço Reservado para Data 2">
            <a:extLst>
              <a:ext uri="{FF2B5EF4-FFF2-40B4-BE49-F238E27FC236}">
                <a16:creationId xmlns:a16="http://schemas.microsoft.com/office/drawing/2014/main" id="{6CC77F2D-39D2-22F7-CF0B-39D63EBF00B7}"/>
              </a:ext>
            </a:extLst>
          </p:cNvPr>
          <p:cNvSpPr>
            <a:spLocks noGrp="1"/>
          </p:cNvSpPr>
          <p:nvPr>
            <p:ph type="dt" sz="half" idx="10"/>
          </p:nvPr>
        </p:nvSpPr>
        <p:spPr/>
        <p:txBody>
          <a:bodyPr rtlCol="0"/>
          <a:lstStyle>
            <a:lvl1pPr>
              <a:defRPr>
                <a:solidFill>
                  <a:schemeClr val="tx1"/>
                </a:solidFill>
              </a:defRPr>
            </a:lvl1pPr>
          </a:lstStyle>
          <a:p>
            <a:pPr rtl="0"/>
            <a:r>
              <a:rPr lang="pt-BR"/>
              <a:t>24/02/2025</a:t>
            </a:r>
            <a:endParaRPr lang="en-US"/>
          </a:p>
        </p:txBody>
      </p:sp>
      <p:sp>
        <p:nvSpPr>
          <p:cNvPr id="4" name="Espaço Reservado para Rodapé 3">
            <a:extLst>
              <a:ext uri="{FF2B5EF4-FFF2-40B4-BE49-F238E27FC236}">
                <a16:creationId xmlns:a16="http://schemas.microsoft.com/office/drawing/2014/main" id="{0B12CFE6-D05E-5478-B3A4-81DC4DCD7410}"/>
              </a:ext>
            </a:extLst>
          </p:cNvPr>
          <p:cNvSpPr>
            <a:spLocks noGrp="1"/>
          </p:cNvSpPr>
          <p:nvPr>
            <p:ph type="ftr" sz="quarter" idx="11"/>
          </p:nvPr>
        </p:nvSpPr>
        <p:spPr/>
        <p:txBody>
          <a:bodyPr rtlCol="0"/>
          <a:lstStyle>
            <a:lvl1pPr>
              <a:defRPr>
                <a:solidFill>
                  <a:schemeClr val="tx1"/>
                </a:solidFill>
              </a:defRPr>
            </a:lvl1pPr>
          </a:lstStyle>
          <a:p>
            <a:pPr rtl="0"/>
            <a:r>
              <a:rPr lang="pt-br"/>
              <a:t>Exemplo de Texto de Rodapé</a:t>
            </a:r>
          </a:p>
        </p:txBody>
      </p:sp>
      <p:sp>
        <p:nvSpPr>
          <p:cNvPr id="5" name="Espaço Reservado para o Número do Slide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rtlCol="0"/>
          <a:lstStyle>
            <a:lvl1pPr>
              <a:defRPr>
                <a:solidFill>
                  <a:schemeClr val="tx1"/>
                </a:solidFill>
              </a:defRPr>
            </a:lvl1pPr>
          </a:lstStyle>
          <a:p>
            <a:pPr rtl="0"/>
            <a:fld id="{CC057153-B650-4DEB-B370-79DDCFDCE934}" type="slidenum">
              <a:rPr lang="en-US" smtClean="0"/>
              <a:pPr rtl="0"/>
              <a:t>‹nº›</a:t>
            </a:fld>
            <a:endParaRPr lang="en-US"/>
          </a:p>
        </p:txBody>
      </p:sp>
      <p:sp>
        <p:nvSpPr>
          <p:cNvPr id="7" name="Espaço Reservado para Conteúdo 6">
            <a:extLst>
              <a:ext uri="{FF2B5EF4-FFF2-40B4-BE49-F238E27FC236}">
                <a16:creationId xmlns:a16="http://schemas.microsoft.com/office/drawing/2014/main" id="{28C8B19A-6FC1-2B71-0BFB-9274CBF396B9}"/>
              </a:ext>
            </a:extLst>
          </p:cNvPr>
          <p:cNvSpPr>
            <a:spLocks noGrp="1"/>
          </p:cNvSpPr>
          <p:nvPr>
            <p:ph sz="quarter" idx="13"/>
          </p:nvPr>
        </p:nvSpPr>
        <p:spPr>
          <a:xfrm>
            <a:off x="1862221" y="2552052"/>
            <a:ext cx="8467558" cy="3689909"/>
          </a:xfrm>
        </p:spPr>
        <p:txBody>
          <a:bodyPr rtlCol="0" anchor="ctr" anchorCtr="0">
            <a:normAutofit/>
          </a:bodyPr>
          <a:lstStyle>
            <a:lvl1pPr marL="0" indent="0" algn="ctr">
              <a:buFont typeface="Arial" panose="020B0604020202020204" pitchFamily="34" charset="0"/>
              <a:buNone/>
              <a:defRPr sz="1800">
                <a:solidFill>
                  <a:schemeClr val="tx1"/>
                </a:solidFill>
              </a:defRPr>
            </a:lvl1pPr>
            <a:lvl2pPr algn="ctr">
              <a:defRPr sz="1600">
                <a:solidFill>
                  <a:schemeClr val="tx1"/>
                </a:solidFill>
              </a:defRPr>
            </a:lvl2pPr>
            <a:lvl3pPr algn="ctr">
              <a:defRPr sz="1400">
                <a:solidFill>
                  <a:schemeClr val="tx1"/>
                </a:solidFill>
              </a:defRPr>
            </a:lvl3pPr>
            <a:lvl4pPr algn="ctr">
              <a:defRPr sz="1200">
                <a:solidFill>
                  <a:schemeClr val="tx1"/>
                </a:solidFill>
              </a:defRPr>
            </a:lvl4pPr>
            <a:lvl5pPr algn="ctr">
              <a:defRPr sz="1100">
                <a:solidFill>
                  <a:schemeClr val="tx1"/>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p>
        </p:txBody>
      </p:sp>
      <p:sp>
        <p:nvSpPr>
          <p:cNvPr id="2" name="Título 1">
            <a:extLst>
              <a:ext uri="{FF2B5EF4-FFF2-40B4-BE49-F238E27FC236}">
                <a16:creationId xmlns:a16="http://schemas.microsoft.com/office/drawing/2014/main" id="{4E4019F8-742E-9EEF-F591-C9666AC32AF1}"/>
              </a:ext>
            </a:extLst>
          </p:cNvPr>
          <p:cNvSpPr>
            <a:spLocks noGrp="1"/>
          </p:cNvSpPr>
          <p:nvPr>
            <p:ph type="title"/>
          </p:nvPr>
        </p:nvSpPr>
        <p:spPr>
          <a:xfrm>
            <a:off x="1862221" y="968260"/>
            <a:ext cx="8467558" cy="1463040"/>
          </a:xfrm>
        </p:spPr>
        <p:txBody>
          <a:bodyPr rtlCol="0" anchor="b">
            <a:normAutofit/>
          </a:bodyPr>
          <a:lstStyle>
            <a:lvl1pPr algn="ctr">
              <a:defRPr sz="4400">
                <a:solidFill>
                  <a:schemeClr val="tx1"/>
                </a:solidFill>
              </a:defRPr>
            </a:lvl1pPr>
          </a:lstStyle>
          <a:p>
            <a:pPr rtl="0"/>
            <a:r>
              <a:rPr lang="pt-br"/>
              <a:t>Clique para editar o estilo de título Mestre</a:t>
            </a:r>
          </a:p>
        </p:txBody>
      </p:sp>
    </p:spTree>
    <p:extLst>
      <p:ext uri="{BB962C8B-B14F-4D97-AF65-F5344CB8AC3E}">
        <p14:creationId xmlns:p14="http://schemas.microsoft.com/office/powerpoint/2010/main" val="410100414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Agenda_1">
    <p:spTree>
      <p:nvGrpSpPr>
        <p:cNvPr id="1" name=""/>
        <p:cNvGrpSpPr/>
        <p:nvPr/>
      </p:nvGrpSpPr>
      <p:grpSpPr>
        <a:xfrm>
          <a:off x="0" y="0"/>
          <a:ext cx="0" cy="0"/>
          <a:chOff x="0" y="0"/>
          <a:chExt cx="0" cy="0"/>
        </a:xfrm>
      </p:grpSpPr>
      <p:sp>
        <p:nvSpPr>
          <p:cNvPr id="3" name="Espaço Reservado para Data 2">
            <a:extLst>
              <a:ext uri="{FF2B5EF4-FFF2-40B4-BE49-F238E27FC236}">
                <a16:creationId xmlns:a16="http://schemas.microsoft.com/office/drawing/2014/main" id="{6CC77F2D-39D2-22F7-CF0B-39D63EBF00B7}"/>
              </a:ext>
            </a:extLst>
          </p:cNvPr>
          <p:cNvSpPr>
            <a:spLocks noGrp="1"/>
          </p:cNvSpPr>
          <p:nvPr>
            <p:ph type="dt" sz="half" idx="10"/>
          </p:nvPr>
        </p:nvSpPr>
        <p:spPr/>
        <p:txBody>
          <a:bodyPr rtlCol="0"/>
          <a:lstStyle>
            <a:lvl1pPr>
              <a:defRPr>
                <a:solidFill>
                  <a:schemeClr val="tx1"/>
                </a:solidFill>
              </a:defRPr>
            </a:lvl1pPr>
          </a:lstStyle>
          <a:p>
            <a:pPr rtl="0"/>
            <a:r>
              <a:rPr lang="pt-BR"/>
              <a:t>24/02/2025</a:t>
            </a:r>
            <a:endParaRPr lang="en-US"/>
          </a:p>
        </p:txBody>
      </p:sp>
      <p:sp>
        <p:nvSpPr>
          <p:cNvPr id="4" name="Espaço Reservado para Rodapé 3">
            <a:extLst>
              <a:ext uri="{FF2B5EF4-FFF2-40B4-BE49-F238E27FC236}">
                <a16:creationId xmlns:a16="http://schemas.microsoft.com/office/drawing/2014/main" id="{0B12CFE6-D05E-5478-B3A4-81DC4DCD7410}"/>
              </a:ext>
            </a:extLst>
          </p:cNvPr>
          <p:cNvSpPr>
            <a:spLocks noGrp="1"/>
          </p:cNvSpPr>
          <p:nvPr>
            <p:ph type="ftr" sz="quarter" idx="11"/>
          </p:nvPr>
        </p:nvSpPr>
        <p:spPr/>
        <p:txBody>
          <a:bodyPr rtlCol="0"/>
          <a:lstStyle>
            <a:lvl1pPr>
              <a:defRPr>
                <a:solidFill>
                  <a:schemeClr val="tx1"/>
                </a:solidFill>
              </a:defRPr>
            </a:lvl1pPr>
          </a:lstStyle>
          <a:p>
            <a:pPr rtl="0"/>
            <a:r>
              <a:rPr lang="pt-br"/>
              <a:t>Exemplo de Texto de Rodapé</a:t>
            </a:r>
          </a:p>
        </p:txBody>
      </p:sp>
      <p:sp>
        <p:nvSpPr>
          <p:cNvPr id="5" name="Espaço Reservado para o Número do Slide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rtlCol="0"/>
          <a:lstStyle>
            <a:lvl1pPr>
              <a:defRPr>
                <a:solidFill>
                  <a:schemeClr val="tx1"/>
                </a:solidFill>
              </a:defRPr>
            </a:lvl1pPr>
          </a:lstStyle>
          <a:p>
            <a:pPr rtl="0"/>
            <a:fld id="{CC057153-B650-4DEB-B370-79DDCFDCE934}" type="slidenum">
              <a:rPr lang="en-US" smtClean="0"/>
              <a:pPr rtl="0"/>
              <a:t>‹nº›</a:t>
            </a:fld>
            <a:endParaRPr lang="en-US"/>
          </a:p>
        </p:txBody>
      </p:sp>
      <p:sp>
        <p:nvSpPr>
          <p:cNvPr id="7" name="Espaço Reservado para Conteúdo 6">
            <a:extLst>
              <a:ext uri="{FF2B5EF4-FFF2-40B4-BE49-F238E27FC236}">
                <a16:creationId xmlns:a16="http://schemas.microsoft.com/office/drawing/2014/main" id="{28C8B19A-6FC1-2B71-0BFB-9274CBF396B9}"/>
              </a:ext>
            </a:extLst>
          </p:cNvPr>
          <p:cNvSpPr>
            <a:spLocks noGrp="1"/>
          </p:cNvSpPr>
          <p:nvPr>
            <p:ph sz="quarter" idx="13"/>
          </p:nvPr>
        </p:nvSpPr>
        <p:spPr>
          <a:xfrm>
            <a:off x="1523192" y="2533094"/>
            <a:ext cx="8012694" cy="3689909"/>
          </a:xfrm>
        </p:spPr>
        <p:txBody>
          <a:bodyPr rtlCol="0" anchor="t" anchorCtr="0">
            <a:normAutofit/>
          </a:bodyPr>
          <a:lstStyle>
            <a:lvl1pPr marL="0" indent="0" algn="l">
              <a:buFont typeface="Arial" panose="020B0604020202020204" pitchFamily="34" charset="0"/>
              <a:buNone/>
              <a:defRPr sz="1800">
                <a:solidFill>
                  <a:schemeClr val="tx1"/>
                </a:solidFill>
              </a:defRPr>
            </a:lvl1pPr>
            <a:lvl2pPr algn="l">
              <a:defRPr sz="1600">
                <a:solidFill>
                  <a:schemeClr val="tx1"/>
                </a:solidFill>
              </a:defRPr>
            </a:lvl2pPr>
            <a:lvl3pPr algn="l">
              <a:defRPr sz="1400">
                <a:solidFill>
                  <a:schemeClr val="tx1"/>
                </a:solidFill>
              </a:defRPr>
            </a:lvl3pPr>
            <a:lvl4pPr algn="l">
              <a:defRPr sz="1200">
                <a:solidFill>
                  <a:schemeClr val="tx1"/>
                </a:solidFill>
              </a:defRPr>
            </a:lvl4pPr>
            <a:lvl5pPr algn="l">
              <a:defRPr sz="1100">
                <a:solidFill>
                  <a:schemeClr val="tx1"/>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p>
        </p:txBody>
      </p:sp>
      <p:sp>
        <p:nvSpPr>
          <p:cNvPr id="2" name="Título 1">
            <a:extLst>
              <a:ext uri="{FF2B5EF4-FFF2-40B4-BE49-F238E27FC236}">
                <a16:creationId xmlns:a16="http://schemas.microsoft.com/office/drawing/2014/main" id="{4E4019F8-742E-9EEF-F591-C9666AC32AF1}"/>
              </a:ext>
            </a:extLst>
          </p:cNvPr>
          <p:cNvSpPr>
            <a:spLocks noGrp="1"/>
          </p:cNvSpPr>
          <p:nvPr>
            <p:ph type="title"/>
          </p:nvPr>
        </p:nvSpPr>
        <p:spPr>
          <a:xfrm>
            <a:off x="1523192" y="921782"/>
            <a:ext cx="8012703" cy="1463040"/>
          </a:xfrm>
        </p:spPr>
        <p:txBody>
          <a:bodyPr rtlCol="0" anchor="b">
            <a:normAutofit/>
          </a:bodyPr>
          <a:lstStyle>
            <a:lvl1pPr algn="l">
              <a:defRPr sz="4400">
                <a:solidFill>
                  <a:schemeClr val="tx1"/>
                </a:solidFill>
              </a:defRPr>
            </a:lvl1pPr>
          </a:lstStyle>
          <a:p>
            <a:pPr rtl="0"/>
            <a:r>
              <a:rPr lang="pt-br"/>
              <a:t>Clique para editar o estilo de título Mestre</a:t>
            </a:r>
          </a:p>
        </p:txBody>
      </p:sp>
      <p:cxnSp>
        <p:nvCxnSpPr>
          <p:cNvPr id="8" name="Conector Reto 7">
            <a:extLst>
              <a:ext uri="{FF2B5EF4-FFF2-40B4-BE49-F238E27FC236}">
                <a16:creationId xmlns:a16="http://schemas.microsoft.com/office/drawing/2014/main" id="{B899D92D-13BB-E0E1-DD69-482838D5372B}"/>
              </a:ext>
              <a:ext uri="{C183D7F6-B498-43B3-948B-1728B52AA6E4}">
                <adec:decorative xmlns:adec="http://schemas.microsoft.com/office/drawing/2017/decorative" val="1"/>
              </a:ext>
            </a:extLst>
          </p:cNvPr>
          <p:cNvCxnSpPr>
            <a:cxnSpLocks/>
          </p:cNvCxnSpPr>
          <p:nvPr userDrawn="1"/>
        </p:nvCxnSpPr>
        <p:spPr>
          <a:xfrm>
            <a:off x="10668807"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3246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Agenda 2">
    <p:spTree>
      <p:nvGrpSpPr>
        <p:cNvPr id="1" name=""/>
        <p:cNvGrpSpPr/>
        <p:nvPr/>
      </p:nvGrpSpPr>
      <p:grpSpPr>
        <a:xfrm>
          <a:off x="0" y="0"/>
          <a:ext cx="0" cy="0"/>
          <a:chOff x="0" y="0"/>
          <a:chExt cx="0" cy="0"/>
        </a:xfrm>
      </p:grpSpPr>
      <p:sp>
        <p:nvSpPr>
          <p:cNvPr id="3" name="Espaço Reservado para Data 2">
            <a:extLst>
              <a:ext uri="{FF2B5EF4-FFF2-40B4-BE49-F238E27FC236}">
                <a16:creationId xmlns:a16="http://schemas.microsoft.com/office/drawing/2014/main" id="{6CC77F2D-39D2-22F7-CF0B-39D63EBF00B7}"/>
              </a:ext>
            </a:extLst>
          </p:cNvPr>
          <p:cNvSpPr>
            <a:spLocks noGrp="1"/>
          </p:cNvSpPr>
          <p:nvPr>
            <p:ph type="dt" sz="half" idx="10"/>
          </p:nvPr>
        </p:nvSpPr>
        <p:spPr/>
        <p:txBody>
          <a:bodyPr rtlCol="0"/>
          <a:lstStyle>
            <a:lvl1pPr>
              <a:defRPr>
                <a:solidFill>
                  <a:schemeClr val="tx1"/>
                </a:solidFill>
              </a:defRPr>
            </a:lvl1pPr>
          </a:lstStyle>
          <a:p>
            <a:pPr rtl="0"/>
            <a:r>
              <a:rPr lang="pt-BR"/>
              <a:t>24/02/2025</a:t>
            </a:r>
            <a:endParaRPr lang="en-US"/>
          </a:p>
        </p:txBody>
      </p:sp>
      <p:sp>
        <p:nvSpPr>
          <p:cNvPr id="4" name="Espaço Reservado para Rodapé 3">
            <a:extLst>
              <a:ext uri="{FF2B5EF4-FFF2-40B4-BE49-F238E27FC236}">
                <a16:creationId xmlns:a16="http://schemas.microsoft.com/office/drawing/2014/main" id="{0B12CFE6-D05E-5478-B3A4-81DC4DCD7410}"/>
              </a:ext>
            </a:extLst>
          </p:cNvPr>
          <p:cNvSpPr>
            <a:spLocks noGrp="1"/>
          </p:cNvSpPr>
          <p:nvPr>
            <p:ph type="ftr" sz="quarter" idx="11"/>
          </p:nvPr>
        </p:nvSpPr>
        <p:spPr/>
        <p:txBody>
          <a:bodyPr rtlCol="0"/>
          <a:lstStyle>
            <a:lvl1pPr>
              <a:defRPr>
                <a:solidFill>
                  <a:schemeClr val="tx1"/>
                </a:solidFill>
              </a:defRPr>
            </a:lvl1pPr>
          </a:lstStyle>
          <a:p>
            <a:pPr rtl="0"/>
            <a:r>
              <a:rPr lang="pt-br"/>
              <a:t>Exemplo de Texto de Rodapé</a:t>
            </a:r>
          </a:p>
        </p:txBody>
      </p:sp>
      <p:sp>
        <p:nvSpPr>
          <p:cNvPr id="5" name="Espaço Reservado para o Número do Slide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rtlCol="0"/>
          <a:lstStyle>
            <a:lvl1pPr>
              <a:defRPr>
                <a:solidFill>
                  <a:schemeClr val="tx1"/>
                </a:solidFill>
              </a:defRPr>
            </a:lvl1pPr>
          </a:lstStyle>
          <a:p>
            <a:pPr rtl="0"/>
            <a:fld id="{CC057153-B650-4DEB-B370-79DDCFDCE934}" type="slidenum">
              <a:rPr lang="en-US" smtClean="0"/>
              <a:pPr rtl="0"/>
              <a:t>‹nº›</a:t>
            </a:fld>
            <a:endParaRPr lang="en-US"/>
          </a:p>
        </p:txBody>
      </p:sp>
      <p:sp>
        <p:nvSpPr>
          <p:cNvPr id="10" name="Espaço Reservado para Imagem 9">
            <a:extLst>
              <a:ext uri="{FF2B5EF4-FFF2-40B4-BE49-F238E27FC236}">
                <a16:creationId xmlns:a16="http://schemas.microsoft.com/office/drawing/2014/main" id="{7FF92564-5D22-DD17-7349-0DA778566889}"/>
              </a:ext>
            </a:extLst>
          </p:cNvPr>
          <p:cNvSpPr>
            <a:spLocks noGrp="1"/>
          </p:cNvSpPr>
          <p:nvPr>
            <p:ph type="pic" idx="15"/>
          </p:nvPr>
        </p:nvSpPr>
        <p:spPr>
          <a:xfrm>
            <a:off x="832104" y="777240"/>
            <a:ext cx="3074384" cy="5242544"/>
          </a:xfrm>
          <a:custGeom>
            <a:avLst/>
            <a:gdLst>
              <a:gd name="connsiteX0" fmla="*/ 1538017 w 3074384"/>
              <a:gd name="connsiteY0" fmla="*/ 0 h 5242544"/>
              <a:gd name="connsiteX1" fmla="*/ 3074384 w 3074384"/>
              <a:gd name="connsiteY1" fmla="*/ 1536369 h 5242544"/>
              <a:gd name="connsiteX2" fmla="*/ 3074382 w 3074384"/>
              <a:gd name="connsiteY2" fmla="*/ 2196551 h 5242544"/>
              <a:gd name="connsiteX3" fmla="*/ 3074384 w 3074384"/>
              <a:gd name="connsiteY3" fmla="*/ 2196577 h 5242544"/>
              <a:gd name="connsiteX4" fmla="*/ 3074380 w 3074384"/>
              <a:gd name="connsiteY4" fmla="*/ 4128973 h 5242544"/>
              <a:gd name="connsiteX5" fmla="*/ 3074384 w 3074384"/>
              <a:gd name="connsiteY5" fmla="*/ 4128973 h 5242544"/>
              <a:gd name="connsiteX6" fmla="*/ 3074384 w 3074384"/>
              <a:gd name="connsiteY6" fmla="*/ 5242544 h 5242544"/>
              <a:gd name="connsiteX7" fmla="*/ 0 w 3074384"/>
              <a:gd name="connsiteY7" fmla="*/ 5242544 h 5242544"/>
              <a:gd name="connsiteX8" fmla="*/ 0 w 3074384"/>
              <a:gd name="connsiteY8" fmla="*/ 4128973 h 5242544"/>
              <a:gd name="connsiteX9" fmla="*/ 1646 w 3074384"/>
              <a:gd name="connsiteY9" fmla="*/ 4128973 h 5242544"/>
              <a:gd name="connsiteX10" fmla="*/ 1647 w 3074384"/>
              <a:gd name="connsiteY10" fmla="*/ 1536369 h 5242544"/>
              <a:gd name="connsiteX11" fmla="*/ 1538017 w 3074384"/>
              <a:gd name="connsiteY11" fmla="*/ 0 h 5242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74384" h="5242544">
                <a:moveTo>
                  <a:pt x="1538017" y="0"/>
                </a:moveTo>
                <a:cubicBezTo>
                  <a:pt x="2386529" y="0"/>
                  <a:pt x="3074384" y="687856"/>
                  <a:pt x="3074384" y="1536369"/>
                </a:cubicBezTo>
                <a:lnTo>
                  <a:pt x="3074382" y="2196551"/>
                </a:lnTo>
                <a:cubicBezTo>
                  <a:pt x="3074383" y="2196560"/>
                  <a:pt x="3074383" y="2196568"/>
                  <a:pt x="3074384" y="2196577"/>
                </a:cubicBezTo>
                <a:lnTo>
                  <a:pt x="3074380" y="4128973"/>
                </a:lnTo>
                <a:lnTo>
                  <a:pt x="3074384" y="4128973"/>
                </a:lnTo>
                <a:lnTo>
                  <a:pt x="3074384" y="5242544"/>
                </a:lnTo>
                <a:lnTo>
                  <a:pt x="0" y="5242544"/>
                </a:lnTo>
                <a:lnTo>
                  <a:pt x="0" y="4128973"/>
                </a:lnTo>
                <a:lnTo>
                  <a:pt x="1646" y="4128973"/>
                </a:lnTo>
                <a:lnTo>
                  <a:pt x="1647" y="1536369"/>
                </a:lnTo>
                <a:cubicBezTo>
                  <a:pt x="1647" y="687856"/>
                  <a:pt x="689503" y="0"/>
                  <a:pt x="1538017" y="0"/>
                </a:cubicBezTo>
                <a:close/>
              </a:path>
            </a:pathLst>
          </a:custGeom>
          <a:blipFill>
            <a:blip r:embed="rId2">
              <a:alphaModFix amt="70000"/>
            </a:blip>
            <a:stretch>
              <a:fillRect/>
            </a:stretch>
          </a:blipFill>
          <a:ln w="6350">
            <a:noFill/>
          </a:ln>
        </p:spPr>
        <p:txBody>
          <a:bodyPr wrap="square" rtlCol="0">
            <a:noAutofit/>
          </a:bodyPr>
          <a:lstStyle>
            <a:lvl1pPr marL="0" indent="0">
              <a:buNone/>
              <a:defRPr sz="3200">
                <a:solidFill>
                  <a:schemeClr val="tx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pt-br"/>
              <a:t>Clique no ícone para adicionar uma imagem</a:t>
            </a:r>
            <a:endParaRPr lang="en-US" dirty="0"/>
          </a:p>
        </p:txBody>
      </p:sp>
      <p:sp>
        <p:nvSpPr>
          <p:cNvPr id="7" name="Espaço Reservado para Conteúdo 6">
            <a:extLst>
              <a:ext uri="{FF2B5EF4-FFF2-40B4-BE49-F238E27FC236}">
                <a16:creationId xmlns:a16="http://schemas.microsoft.com/office/drawing/2014/main" id="{28C8B19A-6FC1-2B71-0BFB-9274CBF396B9}"/>
              </a:ext>
            </a:extLst>
          </p:cNvPr>
          <p:cNvSpPr>
            <a:spLocks noGrp="1"/>
          </p:cNvSpPr>
          <p:nvPr>
            <p:ph sz="quarter" idx="13"/>
          </p:nvPr>
        </p:nvSpPr>
        <p:spPr>
          <a:xfrm>
            <a:off x="4138592" y="2286000"/>
            <a:ext cx="7223760" cy="3689909"/>
          </a:xfrm>
        </p:spPr>
        <p:txBody>
          <a:bodyPr rtlCol="0" anchor="t" anchorCtr="0">
            <a:normAutofit/>
          </a:bodyPr>
          <a:lstStyle>
            <a:lvl1pPr marL="0" indent="0" algn="ctr">
              <a:buFont typeface="Arial" panose="020B0604020202020204" pitchFamily="34" charset="0"/>
              <a:buNone/>
              <a:defRPr sz="1800">
                <a:solidFill>
                  <a:schemeClr val="tx1"/>
                </a:solidFill>
              </a:defRPr>
            </a:lvl1pPr>
            <a:lvl2pPr algn="ctr">
              <a:defRPr sz="1600">
                <a:solidFill>
                  <a:schemeClr val="tx1"/>
                </a:solidFill>
              </a:defRPr>
            </a:lvl2pPr>
            <a:lvl3pPr algn="ctr">
              <a:defRPr sz="1400">
                <a:solidFill>
                  <a:schemeClr val="tx1"/>
                </a:solidFill>
              </a:defRPr>
            </a:lvl3pPr>
            <a:lvl4pPr algn="ctr">
              <a:defRPr sz="1200">
                <a:solidFill>
                  <a:schemeClr val="tx1"/>
                </a:solidFill>
              </a:defRPr>
            </a:lvl4pPr>
            <a:lvl5pPr algn="ctr">
              <a:defRPr sz="1100">
                <a:solidFill>
                  <a:schemeClr val="tx1"/>
                </a:solidFill>
              </a:defRPr>
            </a:lvl5pPr>
          </a:lstStyle>
          <a:p>
            <a:pPr lvl="0" rtl="0"/>
            <a:r>
              <a:rPr lang="pt-br"/>
              <a:t>Clique para editar o texto Mestre</a:t>
            </a:r>
          </a:p>
          <a:p>
            <a:pPr lvl="1" rtl="0"/>
            <a:r>
              <a:rPr lang="pt-br"/>
              <a:t>Segundo nível</a:t>
            </a:r>
          </a:p>
          <a:p>
            <a:pPr lvl="2" rtl="0"/>
            <a:r>
              <a:rPr lang="pt-br"/>
              <a:t>Terceiro nível</a:t>
            </a:r>
          </a:p>
          <a:p>
            <a:pPr lvl="3" rtl="0"/>
            <a:r>
              <a:rPr lang="pt-br"/>
              <a:t>Quarto nível</a:t>
            </a:r>
          </a:p>
          <a:p>
            <a:pPr lvl="4" rtl="0"/>
            <a:r>
              <a:rPr lang="pt-br"/>
              <a:t>Quinto nível</a:t>
            </a:r>
          </a:p>
        </p:txBody>
      </p:sp>
      <p:sp>
        <p:nvSpPr>
          <p:cNvPr id="2" name="Título 1">
            <a:extLst>
              <a:ext uri="{FF2B5EF4-FFF2-40B4-BE49-F238E27FC236}">
                <a16:creationId xmlns:a16="http://schemas.microsoft.com/office/drawing/2014/main" id="{4E4019F8-742E-9EEF-F591-C9666AC32AF1}"/>
              </a:ext>
            </a:extLst>
          </p:cNvPr>
          <p:cNvSpPr>
            <a:spLocks noGrp="1"/>
          </p:cNvSpPr>
          <p:nvPr>
            <p:ph type="title"/>
          </p:nvPr>
        </p:nvSpPr>
        <p:spPr>
          <a:xfrm>
            <a:off x="4142232" y="548640"/>
            <a:ext cx="7223760" cy="1463040"/>
          </a:xfrm>
        </p:spPr>
        <p:txBody>
          <a:bodyPr rtlCol="0" anchor="b">
            <a:normAutofit/>
          </a:bodyPr>
          <a:lstStyle>
            <a:lvl1pPr algn="ctr">
              <a:defRPr sz="4400">
                <a:solidFill>
                  <a:schemeClr val="tx1"/>
                </a:solidFill>
              </a:defRPr>
            </a:lvl1pPr>
          </a:lstStyle>
          <a:p>
            <a:pPr rtl="0"/>
            <a:r>
              <a:rPr lang="pt-br"/>
              <a:t>Clique para editar o estilo de título Mestre</a:t>
            </a:r>
          </a:p>
        </p:txBody>
      </p:sp>
    </p:spTree>
    <p:extLst>
      <p:ext uri="{BB962C8B-B14F-4D97-AF65-F5344CB8AC3E}">
        <p14:creationId xmlns:p14="http://schemas.microsoft.com/office/powerpoint/2010/main" val="22520296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grpSp>
        <p:nvGrpSpPr>
          <p:cNvPr id="7" name="Group 6"/>
          <p:cNvGrpSpPr/>
          <p:nvPr/>
        </p:nvGrpSpPr>
        <p:grpSpPr>
          <a:xfrm>
            <a:off x="9206969" y="2963333"/>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684212" y="4487332"/>
            <a:ext cx="8534400" cy="1507067"/>
          </a:xfrm>
          <a:prstGeom prst="rect">
            <a:avLst/>
          </a:prstGeom>
          <a:effectLst/>
        </p:spPr>
        <p:txBody>
          <a:bodyPr vert="horz" lIns="91440" tIns="45720" rIns="91440" bIns="45720" rtlCol="0" anchor="ctr">
            <a:normAutofit/>
          </a:bodyPr>
          <a:lstStyle/>
          <a:p>
            <a:r>
              <a:rPr lang="pt-BR"/>
              <a:t>Clique para editar o título Mestre</a:t>
            </a:r>
            <a:endParaRPr lang="en-US" dirty="0"/>
          </a:p>
        </p:txBody>
      </p:sp>
      <p:sp>
        <p:nvSpPr>
          <p:cNvPr id="3" name="Text Placeholder 2"/>
          <p:cNvSpPr>
            <a:spLocks noGrp="1"/>
          </p:cNvSpPr>
          <p:nvPr>
            <p:ph type="body" idx="1"/>
          </p:nvPr>
        </p:nvSpPr>
        <p:spPr>
          <a:xfrm>
            <a:off x="684212" y="685800"/>
            <a:ext cx="8534400" cy="3615267"/>
          </a:xfrm>
          <a:prstGeom prst="rect">
            <a:avLst/>
          </a:prstGeom>
        </p:spPr>
        <p:txBody>
          <a:bodyPr vert="horz" lIns="91440" tIns="45720" rIns="91440" bIns="45720" rtlCol="0" anchor="ctr">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Date Placeholder 3"/>
          <p:cNvSpPr>
            <a:spLocks noGrp="1"/>
          </p:cNvSpPr>
          <p:nvPr>
            <p:ph type="dt" sz="half" idx="2"/>
          </p:nvPr>
        </p:nvSpPr>
        <p:spPr>
          <a:xfrm>
            <a:off x="9904412" y="6172200"/>
            <a:ext cx="1600200" cy="365125"/>
          </a:xfrm>
          <a:prstGeom prst="rect">
            <a:avLst/>
          </a:prstGeom>
        </p:spPr>
        <p:txBody>
          <a:bodyPr vert="horz" lIns="91440" tIns="45720" rIns="91440" bIns="45720" rtlCol="0" anchor="t"/>
          <a:lstStyle>
            <a:lvl1pPr algn="r">
              <a:defRPr sz="1000" b="0" i="0">
                <a:solidFill>
                  <a:schemeClr val="bg2">
                    <a:lumMod val="50000"/>
                  </a:schemeClr>
                </a:solidFill>
                <a:effectLst/>
                <a:latin typeface="+mn-lt"/>
              </a:defRPr>
            </a:lvl1pPr>
          </a:lstStyle>
          <a:p>
            <a:pPr rtl="0"/>
            <a:r>
              <a:rPr lang="pt-BR"/>
              <a:t>24/02/2025</a:t>
            </a:r>
            <a:endParaRPr lang="en-US"/>
          </a:p>
        </p:txBody>
      </p:sp>
      <p:sp>
        <p:nvSpPr>
          <p:cNvPr id="5" name="Footer Placeholder 4"/>
          <p:cNvSpPr>
            <a:spLocks noGrp="1"/>
          </p:cNvSpPr>
          <p:nvPr>
            <p:ph type="ftr" sz="quarter" idx="3"/>
          </p:nvPr>
        </p:nvSpPr>
        <p:spPr>
          <a:xfrm>
            <a:off x="684212" y="6172200"/>
            <a:ext cx="7543800" cy="365125"/>
          </a:xfrm>
          <a:prstGeom prst="rect">
            <a:avLst/>
          </a:prstGeom>
        </p:spPr>
        <p:txBody>
          <a:bodyPr vert="horz" lIns="91440" tIns="45720" rIns="91440" bIns="45720" rtlCol="0" anchor="t"/>
          <a:lstStyle>
            <a:lvl1pPr algn="l">
              <a:defRPr sz="1000" b="0" i="0">
                <a:solidFill>
                  <a:schemeClr val="bg2">
                    <a:lumMod val="50000"/>
                  </a:schemeClr>
                </a:solidFill>
                <a:effectLst/>
                <a:latin typeface="+mn-lt"/>
              </a:defRPr>
            </a:lvl1pPr>
          </a:lstStyle>
          <a:p>
            <a:pPr rtl="0"/>
            <a:r>
              <a:rPr lang="pt-BR"/>
              <a:t>Exemplo de Texto de Rodapé</a:t>
            </a:r>
            <a:endParaRPr lang="pt-br"/>
          </a:p>
        </p:txBody>
      </p:sp>
      <p:sp>
        <p:nvSpPr>
          <p:cNvPr id="6" name="Slide Number Placeholder 5"/>
          <p:cNvSpPr>
            <a:spLocks noGrp="1"/>
          </p:cNvSpPr>
          <p:nvPr>
            <p:ph type="sldNum" sz="quarter" idx="4"/>
          </p:nvPr>
        </p:nvSpPr>
        <p:spPr>
          <a:xfrm>
            <a:off x="10363200" y="5578475"/>
            <a:ext cx="1142245" cy="669925"/>
          </a:xfrm>
          <a:prstGeom prst="rect">
            <a:avLst/>
          </a:prstGeom>
        </p:spPr>
        <p:txBody>
          <a:bodyPr vert="horz" lIns="91440" tIns="45720" rIns="91440" bIns="45720" rtlCol="0" anchor="b"/>
          <a:lstStyle>
            <a:lvl1pPr algn="r">
              <a:defRPr sz="3200" b="0" i="0">
                <a:solidFill>
                  <a:schemeClr val="bg2">
                    <a:lumMod val="50000"/>
                  </a:schemeClr>
                </a:solidFill>
                <a:effectLst/>
                <a:latin typeface="+mn-lt"/>
              </a:defRPr>
            </a:lvl1pPr>
          </a:lstStyle>
          <a:p>
            <a:pPr rtl="0"/>
            <a:fld id="{2DE90F28-AFBB-4AB2-AA79-6D3F72ED131B}" type="slidenum">
              <a:rPr lang="en-US" smtClean="0"/>
              <a:t>‹nº›</a:t>
            </a:fld>
            <a:endParaRPr lang="en-US"/>
          </a:p>
        </p:txBody>
      </p:sp>
    </p:spTree>
    <p:extLst>
      <p:ext uri="{BB962C8B-B14F-4D97-AF65-F5344CB8AC3E}">
        <p14:creationId xmlns:p14="http://schemas.microsoft.com/office/powerpoint/2010/main" val="1405379656"/>
      </p:ext>
    </p:extLst>
  </p:cSld>
  <p:clrMap bg1="dk1" tx1="lt1" bg2="dk2" tx2="lt2" accent1="accent1" accent2="accent2" accent3="accent3" accent4="accent4" accent5="accent5" accent6="accent6" hlink="hlink" folHlink="folHlink"/>
  <p:sldLayoutIdLst>
    <p:sldLayoutId id="2147483974" r:id="rId1"/>
    <p:sldLayoutId id="2147483975" r:id="rId2"/>
    <p:sldLayoutId id="2147483976" r:id="rId3"/>
    <p:sldLayoutId id="2147483977" r:id="rId4"/>
    <p:sldLayoutId id="2147483978" r:id="rId5"/>
    <p:sldLayoutId id="2147483979" r:id="rId6"/>
    <p:sldLayoutId id="2147483980" r:id="rId7"/>
    <p:sldLayoutId id="2147483981" r:id="rId8"/>
    <p:sldLayoutId id="2147483982" r:id="rId9"/>
    <p:sldLayoutId id="2147483983" r:id="rId10"/>
    <p:sldLayoutId id="2147483984" r:id="rId11"/>
    <p:sldLayoutId id="2147483985" r:id="rId12"/>
    <p:sldLayoutId id="2147483986" r:id="rId13"/>
    <p:sldLayoutId id="2147483987" r:id="rId14"/>
    <p:sldLayoutId id="2147483988" r:id="rId15"/>
    <p:sldLayoutId id="2147483989" r:id="rId16"/>
    <p:sldLayoutId id="2147483990" r:id="rId17"/>
    <p:sldLayoutId id="2147483991" r:id="rId18"/>
    <p:sldLayoutId id="2147483992" r:id="rId19"/>
    <p:sldLayoutId id="2147483993" r:id="rId20"/>
    <p:sldLayoutId id="2147483994" r:id="rId21"/>
    <p:sldLayoutId id="2147483766" r:id="rId22"/>
    <p:sldLayoutId id="2147483935" r:id="rId23"/>
    <p:sldLayoutId id="2147483933" r:id="rId24"/>
  </p:sldLayoutIdLst>
  <p:hf sldNum="0" hdr="0" ftr="0" dt="0"/>
  <p:txStyles>
    <p:title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2000" kern="1200" cap="none">
          <a:solidFill>
            <a:schemeClr val="bg2">
              <a:lumMod val="7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800" kern="1200" cap="none">
          <a:solidFill>
            <a:schemeClr val="bg2">
              <a:lumMod val="7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600" kern="1200" cap="none">
          <a:solidFill>
            <a:schemeClr val="bg2">
              <a:lumMod val="7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xml"/><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3.xml"/><Relationship Id="rId1" Type="http://schemas.openxmlformats.org/officeDocument/2006/relationships/slideLayout" Target="../slideLayouts/slideLayout2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5.xml"/><Relationship Id="rId1" Type="http://schemas.openxmlformats.org/officeDocument/2006/relationships/slideLayout" Target="../slideLayouts/slideLayout2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7.xml"/><Relationship Id="rId1" Type="http://schemas.openxmlformats.org/officeDocument/2006/relationships/slideLayout" Target="../slideLayouts/slideLayout20.xml"/><Relationship Id="rId4" Type="http://schemas.openxmlformats.org/officeDocument/2006/relationships/hyperlink" Target="https://tecflow.com.br/2025/11/26/levantamento-revela-os-10-veiculos-dos-anos-1980-mais-buscados-atualmente-no-brasil-segundo-a-webmotors/" TargetMode="Externa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9.xml"/><Relationship Id="rId1" Type="http://schemas.openxmlformats.org/officeDocument/2006/relationships/slideLayout" Target="../slideLayouts/slideLayout2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3" Type="http://schemas.openxmlformats.org/officeDocument/2006/relationships/image" Target="../media/image10.gif"/><Relationship Id="rId2" Type="http://schemas.openxmlformats.org/officeDocument/2006/relationships/notesSlide" Target="../notesSlides/notesSlide11.xml"/><Relationship Id="rId1" Type="http://schemas.openxmlformats.org/officeDocument/2006/relationships/slideLayout" Target="../slideLayouts/slideLayout20.xml"/><Relationship Id="rId4" Type="http://schemas.openxmlformats.org/officeDocument/2006/relationships/hyperlink" Target="https://umjeitomanso.blogspot.com/2019/05/falemos-entao-de-sexo-de-estatistica-de.html" TargetMode="Externa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3.xml"/><Relationship Id="rId1" Type="http://schemas.openxmlformats.org/officeDocument/2006/relationships/slideLayout" Target="../slideLayouts/slideLayout2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5.xml"/><Relationship Id="rId1" Type="http://schemas.openxmlformats.org/officeDocument/2006/relationships/slideLayout" Target="../slideLayouts/slideLayout2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9.xml"/></Relationships>
</file>

<file path=ppt/slides/_rels/slide1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7.xml"/><Relationship Id="rId1" Type="http://schemas.openxmlformats.org/officeDocument/2006/relationships/slideLayout" Target="../slideLayouts/slideLayout20.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9.xml"/></Relationships>
</file>

<file path=ppt/slides/_rels/slide19.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9.xml"/><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a:extLst>
              <a:ext uri="{FF2B5EF4-FFF2-40B4-BE49-F238E27FC236}">
                <a16:creationId xmlns:a16="http://schemas.microsoft.com/office/drawing/2014/main" id="{600E0378-7688-C135-61A0-360C2636515A}"/>
              </a:ext>
            </a:extLst>
          </p:cNvPr>
          <p:cNvSpPr>
            <a:spLocks noGrp="1"/>
          </p:cNvSpPr>
          <p:nvPr>
            <p:ph type="subTitle" idx="1"/>
          </p:nvPr>
        </p:nvSpPr>
        <p:spPr/>
        <p:txBody>
          <a:bodyPr anchor="t">
            <a:normAutofit/>
          </a:bodyPr>
          <a:lstStyle/>
          <a:p>
            <a:r>
              <a:rPr lang="pt-BR" noProof="0" dirty="0"/>
              <a:t>Entendendo e atendendo clientes com maior poder aquisitivo</a:t>
            </a:r>
          </a:p>
        </p:txBody>
      </p:sp>
      <p:sp>
        <p:nvSpPr>
          <p:cNvPr id="6" name="Title 5">
            <a:extLst>
              <a:ext uri="{FF2B5EF4-FFF2-40B4-BE49-F238E27FC236}">
                <a16:creationId xmlns:a16="http://schemas.microsoft.com/office/drawing/2014/main" id="{55EC0523-8933-3BB4-2B63-83131C3C20AD}"/>
              </a:ext>
            </a:extLst>
          </p:cNvPr>
          <p:cNvSpPr>
            <a:spLocks noGrp="1"/>
          </p:cNvSpPr>
          <p:nvPr>
            <p:ph type="ctrTitle"/>
          </p:nvPr>
        </p:nvSpPr>
        <p:spPr/>
        <p:txBody>
          <a:bodyPr anchor="b">
            <a:normAutofit/>
          </a:bodyPr>
          <a:lstStyle/>
          <a:p>
            <a:r>
              <a:rPr lang="pt-BR" noProof="0" dirty="0"/>
              <a:t>Segmentação de Clientes de Alta Renda</a:t>
            </a:r>
          </a:p>
        </p:txBody>
      </p:sp>
      <p:pic>
        <p:nvPicPr>
          <p:cNvPr id="7" name="Picture 6" descr="Compre dinheiro pelo seu ouro!  Muita gente precisa de dinheiro extra para pagar contas, então vendem suas joias em dinheiro.">
            <a:extLst>
              <a:ext uri="{FF2B5EF4-FFF2-40B4-BE49-F238E27FC236}">
                <a16:creationId xmlns:a16="http://schemas.microsoft.com/office/drawing/2014/main" id="{4E624195-EDA8-430E-8ACD-15F3BD069CE8}"/>
              </a:ext>
            </a:extLst>
          </p:cNvPr>
          <p:cNvPicPr>
            <a:picLocks noChangeAspect="1"/>
          </p:cNvPicPr>
          <p:nvPr/>
        </p:nvPicPr>
        <p:blipFill>
          <a:blip r:embed="rId3"/>
          <a:srcRect t="18318" b="33801"/>
          <a:stretch>
            <a:fillRect/>
          </a:stretch>
        </p:blipFill>
        <p:spPr>
          <a:xfrm>
            <a:off x="20" y="1"/>
            <a:ext cx="12191980" cy="3882069"/>
          </a:xfrm>
          <a:prstGeom prst="rect">
            <a:avLst/>
          </a:prstGeom>
          <a:noFill/>
        </p:spPr>
      </p:pic>
    </p:spTree>
    <p:extLst>
      <p:ext uri="{BB962C8B-B14F-4D97-AF65-F5344CB8AC3E}">
        <p14:creationId xmlns:p14="http://schemas.microsoft.com/office/powerpoint/2010/main" val="2500702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000"/>
                                  </p:stCondLst>
                                  <p:iterate type="lt">
                                    <p:tmPct val="10000"/>
                                  </p:iterate>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400"/>
                                        <p:tgtEl>
                                          <p:spTgt spid="5">
                                            <p:txEl>
                                              <p:pRg st="0" end="0"/>
                                            </p:txEl>
                                          </p:spTgt>
                                        </p:tgtEl>
                                      </p:cBhvr>
                                    </p:animEffect>
                                  </p:childTnLst>
                                </p:cTn>
                              </p:par>
                              <p:par>
                                <p:cTn id="8" presetID="10" presetClass="entr" presetSubtype="0" fill="hold" grpId="0" nodeType="withEffect">
                                  <p:stCondLst>
                                    <p:cond delay="1000"/>
                                  </p:stCondLst>
                                  <p:iterate type="lt">
                                    <p:tmPct val="10000"/>
                                  </p:iterate>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1" nodeType="withEffect">
                                  <p:stCondLst>
                                    <p:cond delay="250"/>
                                  </p:stCondLst>
                                  <p:iterate type="lt">
                                    <p:tmPct val="10000"/>
                                  </p:iterate>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5" grpId="1"/>
      <p:bldP spid="6"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DB7FA65-11E9-4EC2-55A5-02E3A0EF8D45}"/>
              </a:ext>
            </a:extLst>
          </p:cNvPr>
          <p:cNvSpPr>
            <a:spLocks noGrp="1"/>
          </p:cNvSpPr>
          <p:nvPr>
            <p:ph sz="quarter" idx="13"/>
          </p:nvPr>
        </p:nvSpPr>
        <p:spPr>
          <a:xfrm>
            <a:off x="914400" y="1357884"/>
            <a:ext cx="8266176" cy="861209"/>
          </a:xfrm>
        </p:spPr>
        <p:txBody>
          <a:bodyPr anchor="t">
            <a:normAutofit/>
          </a:bodyPr>
          <a:lstStyle/>
          <a:p>
            <a:r>
              <a:rPr lang="pt-BR" noProof="0" dirty="0"/>
              <a:t>Introdução</a:t>
            </a:r>
          </a:p>
        </p:txBody>
      </p:sp>
      <p:sp>
        <p:nvSpPr>
          <p:cNvPr id="5" name="CaixaDeTexto 4">
            <a:extLst>
              <a:ext uri="{FF2B5EF4-FFF2-40B4-BE49-F238E27FC236}">
                <a16:creationId xmlns:a16="http://schemas.microsoft.com/office/drawing/2014/main" id="{49FAECB0-A066-9633-3D2D-9E08E2A78668}"/>
              </a:ext>
            </a:extLst>
          </p:cNvPr>
          <p:cNvSpPr txBox="1"/>
          <p:nvPr/>
        </p:nvSpPr>
        <p:spPr>
          <a:xfrm>
            <a:off x="892649" y="2219093"/>
            <a:ext cx="10041673" cy="2031325"/>
          </a:xfrm>
          <a:prstGeom prst="rect">
            <a:avLst/>
          </a:prstGeom>
          <a:noFill/>
        </p:spPr>
        <p:txBody>
          <a:bodyPr wrap="square" rtlCol="0">
            <a:spAutoFit/>
          </a:bodyPr>
          <a:lstStyle/>
          <a:p>
            <a:r>
              <a:rPr lang="pt-BR" noProof="0" dirty="0"/>
              <a:t>No mercado financeiro, um dos maiores desafios é avaliar corretamente o perfil de cada cliente para oferecer produtos relevantes e alinhados às suas necessidades.</a:t>
            </a:r>
          </a:p>
          <a:p>
            <a:endParaRPr lang="pt-BR" noProof="0" dirty="0"/>
          </a:p>
          <a:p>
            <a:r>
              <a:rPr lang="pt-BR" noProof="0" dirty="0"/>
              <a:t>Visando conectar clientes e produtos, aprimorando o direcionamento das ações de marketing, propomos a adoção de um modelo preditivo de classificação para identificar potenciais clientes de alta renda, baseado em suas características socioeconômicas.</a:t>
            </a:r>
          </a:p>
        </p:txBody>
      </p:sp>
    </p:spTree>
    <p:extLst>
      <p:ext uri="{BB962C8B-B14F-4D97-AF65-F5344CB8AC3E}">
        <p14:creationId xmlns:p14="http://schemas.microsoft.com/office/powerpoint/2010/main" val="210962017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Jovem empresário lendo relatórios de vendas">
            <a:extLst>
              <a:ext uri="{FF2B5EF4-FFF2-40B4-BE49-F238E27FC236}">
                <a16:creationId xmlns:a16="http://schemas.microsoft.com/office/drawing/2014/main" id="{07B42FE5-5111-4C14-AB6B-AC8176FDC098}"/>
              </a:ext>
            </a:extLst>
          </p:cNvPr>
          <p:cNvPicPr>
            <a:picLocks noGrp="1" noChangeAspect="1"/>
          </p:cNvPicPr>
          <p:nvPr>
            <p:ph type="pic" idx="13"/>
          </p:nvPr>
        </p:nvPicPr>
        <p:blipFill>
          <a:blip r:embed="rId3"/>
          <a:srcRect l="16626" r="16626"/>
          <a:stretch>
            <a:fillRect/>
          </a:stretch>
        </p:blipFill>
        <p:spPr>
          <a:xfrm>
            <a:off x="1097460" y="933048"/>
            <a:ext cx="2880000" cy="2880000"/>
          </a:xfrm>
          <a:prstGeom prst="rect">
            <a:avLst/>
          </a:prstGeom>
          <a:noFill/>
        </p:spPr>
      </p:pic>
      <p:sp>
        <p:nvSpPr>
          <p:cNvPr id="6" name="Title 5">
            <a:extLst>
              <a:ext uri="{FF2B5EF4-FFF2-40B4-BE49-F238E27FC236}">
                <a16:creationId xmlns:a16="http://schemas.microsoft.com/office/drawing/2014/main" id="{A0140974-0D5F-10E7-6731-B96221508180}"/>
              </a:ext>
            </a:extLst>
          </p:cNvPr>
          <p:cNvSpPr>
            <a:spLocks noGrp="1"/>
          </p:cNvSpPr>
          <p:nvPr>
            <p:ph type="title"/>
          </p:nvPr>
        </p:nvSpPr>
        <p:spPr/>
        <p:txBody>
          <a:bodyPr vert="horz" lIns="91440" tIns="45720" rIns="91440" bIns="45720" rtlCol="0" anchor="t" anchorCtr="0">
            <a:normAutofit/>
          </a:bodyPr>
          <a:lstStyle/>
          <a:p>
            <a:r>
              <a:rPr lang="pt-BR" kern="1200" noProof="0" dirty="0">
                <a:latin typeface="+mj-lt"/>
                <a:ea typeface="+mj-ea"/>
                <a:cs typeface="+mj-cs"/>
              </a:rPr>
              <a:t>Objetivo do Projeto</a:t>
            </a:r>
          </a:p>
        </p:txBody>
      </p:sp>
      <p:sp>
        <p:nvSpPr>
          <p:cNvPr id="8" name="TextBox 7">
            <a:extLst>
              <a:ext uri="{FF2B5EF4-FFF2-40B4-BE49-F238E27FC236}">
                <a16:creationId xmlns:a16="http://schemas.microsoft.com/office/drawing/2014/main" id="{28910431-4AB3-4CED-8922-C43212ED5EBA}"/>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861304" y="841248"/>
            <a:ext cx="5486400" cy="5340096"/>
          </a:xfrm>
          <a:prstGeom prst="rect">
            <a:avLst/>
          </a:prstGeom>
        </p:spPr>
        <p:txBody>
          <a:bodyPr>
            <a:normAutofit/>
          </a:bodyPr>
          <a:lstStyle/>
          <a:p>
            <a:pPr marL="0" indent="0">
              <a:spcBef>
                <a:spcPts val="2500"/>
              </a:spcBef>
              <a:spcAft>
                <a:spcPts val="600"/>
              </a:spcAft>
              <a:buSzPct val="80000"/>
              <a:buNone/>
            </a:pPr>
            <a:r>
              <a:rPr lang="pt-BR" sz="1400" b="1" noProof="0" dirty="0"/>
              <a:t>Ferramenta de Machine Learning</a:t>
            </a:r>
          </a:p>
          <a:p>
            <a:pPr marL="0" lvl="1" indent="0">
              <a:spcBef>
                <a:spcPts val="1000"/>
              </a:spcBef>
              <a:spcAft>
                <a:spcPts val="600"/>
              </a:spcAft>
              <a:buSzPct val="80000"/>
              <a:buNone/>
            </a:pPr>
            <a:r>
              <a:rPr lang="pt-BR" sz="1400" noProof="0" dirty="0"/>
              <a:t>Desenvolver ferramenta para identificar clientes com renda anual superior a US$ 100 mil usando Machine Learning.</a:t>
            </a:r>
          </a:p>
          <a:p>
            <a:pPr marL="0" indent="0">
              <a:spcBef>
                <a:spcPts val="2500"/>
              </a:spcBef>
              <a:spcAft>
                <a:spcPts val="600"/>
              </a:spcAft>
              <a:buSzPct val="80000"/>
              <a:buNone/>
            </a:pPr>
            <a:r>
              <a:rPr lang="pt-BR" sz="1400" b="1" noProof="0" dirty="0"/>
              <a:t>Foco em Clientes Qualificados</a:t>
            </a:r>
          </a:p>
          <a:p>
            <a:pPr marL="0" lvl="1" indent="0">
              <a:spcBef>
                <a:spcPts val="1000"/>
              </a:spcBef>
              <a:spcAft>
                <a:spcPts val="600"/>
              </a:spcAft>
              <a:buSzPct val="80000"/>
              <a:buNone/>
            </a:pPr>
            <a:r>
              <a:rPr lang="pt-BR" sz="1400" noProof="0" dirty="0"/>
              <a:t>Concentrar esforços comerciais em prospects com maior potencial de investimento para aumentar conversão.</a:t>
            </a:r>
          </a:p>
          <a:p>
            <a:pPr marL="0" indent="0">
              <a:spcBef>
                <a:spcPts val="2500"/>
              </a:spcBef>
              <a:spcAft>
                <a:spcPts val="600"/>
              </a:spcAft>
              <a:buSzPct val="80000"/>
              <a:buNone/>
            </a:pPr>
            <a:r>
              <a:rPr lang="pt-BR" sz="1400" b="1" noProof="0" dirty="0"/>
              <a:t>Otimização de Recursos</a:t>
            </a:r>
          </a:p>
          <a:p>
            <a:pPr marL="0" lvl="1" indent="0">
              <a:spcBef>
                <a:spcPts val="1000"/>
              </a:spcBef>
              <a:spcAft>
                <a:spcPts val="600"/>
              </a:spcAft>
              <a:buSzPct val="80000"/>
              <a:buNone/>
            </a:pPr>
            <a:r>
              <a:rPr lang="pt-BR" sz="1400" noProof="0" dirty="0"/>
              <a:t>Reduzir disparos genéricos e otimizar recursos para uma estratégia assertiva orientada por dados.</a:t>
            </a:r>
          </a:p>
          <a:p>
            <a:pPr marL="0" indent="0">
              <a:spcBef>
                <a:spcPts val="2500"/>
              </a:spcBef>
              <a:spcAft>
                <a:spcPts val="600"/>
              </a:spcAft>
              <a:buSzPct val="80000"/>
              <a:buNone/>
            </a:pPr>
            <a:r>
              <a:rPr lang="pt-BR" sz="1400" b="1" noProof="0" dirty="0"/>
              <a:t>Relacionamento Personalizado</a:t>
            </a:r>
          </a:p>
          <a:p>
            <a:pPr marL="0" lvl="1" indent="0">
              <a:spcBef>
                <a:spcPts val="1000"/>
              </a:spcBef>
              <a:spcAft>
                <a:spcPts val="600"/>
              </a:spcAft>
              <a:buSzPct val="80000"/>
              <a:buNone/>
            </a:pPr>
            <a:r>
              <a:rPr lang="pt-BR" sz="1400" noProof="0" dirty="0"/>
              <a:t>Fortalecer relações com clientes estratégicos oferecendo soluções personalizadas alinhadas ao perfil econômico.</a:t>
            </a:r>
          </a:p>
        </p:txBody>
      </p:sp>
    </p:spTree>
    <p:extLst>
      <p:ext uri="{BB962C8B-B14F-4D97-AF65-F5344CB8AC3E}">
        <p14:creationId xmlns:p14="http://schemas.microsoft.com/office/powerpoint/2010/main" val="282025792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C4027CF-F349-8C15-30F1-B1A285F897DF}"/>
              </a:ext>
            </a:extLst>
          </p:cNvPr>
          <p:cNvSpPr>
            <a:spLocks noGrp="1"/>
          </p:cNvSpPr>
          <p:nvPr>
            <p:ph sz="quarter" idx="13"/>
          </p:nvPr>
        </p:nvSpPr>
        <p:spPr>
          <a:xfrm>
            <a:off x="914400" y="2194560"/>
            <a:ext cx="8266176" cy="838572"/>
          </a:xfrm>
        </p:spPr>
        <p:txBody>
          <a:bodyPr anchor="t">
            <a:normAutofit/>
          </a:bodyPr>
          <a:lstStyle/>
          <a:p>
            <a:r>
              <a:rPr lang="pt-BR" noProof="0" dirty="0"/>
              <a:t>Visão Geral do Projeto</a:t>
            </a:r>
          </a:p>
        </p:txBody>
      </p:sp>
    </p:spTree>
    <p:extLst>
      <p:ext uri="{BB962C8B-B14F-4D97-AF65-F5344CB8AC3E}">
        <p14:creationId xmlns:p14="http://schemas.microsoft.com/office/powerpoint/2010/main" val="320379464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Duas pessoas, homem e mulher, trabalhando juntos no escritório, reunião de negócios, foto recortada.">
            <a:extLst>
              <a:ext uri="{FF2B5EF4-FFF2-40B4-BE49-F238E27FC236}">
                <a16:creationId xmlns:a16="http://schemas.microsoft.com/office/drawing/2014/main" id="{2BCF7C5D-F5D1-4CDD-8439-D7D03D43C6F0}"/>
              </a:ext>
            </a:extLst>
          </p:cNvPr>
          <p:cNvPicPr>
            <a:picLocks noGrp="1" noChangeAspect="1"/>
          </p:cNvPicPr>
          <p:nvPr>
            <p:ph type="pic" idx="13"/>
          </p:nvPr>
        </p:nvPicPr>
        <p:blipFill>
          <a:blip r:embed="rId3"/>
          <a:srcRect l="10280" r="10280"/>
          <a:stretch>
            <a:fillRect/>
          </a:stretch>
        </p:blipFill>
        <p:spPr>
          <a:prstGeom prst="rect">
            <a:avLst/>
          </a:prstGeom>
          <a:noFill/>
        </p:spPr>
      </p:pic>
      <p:sp>
        <p:nvSpPr>
          <p:cNvPr id="6" name="Title 5">
            <a:extLst>
              <a:ext uri="{FF2B5EF4-FFF2-40B4-BE49-F238E27FC236}">
                <a16:creationId xmlns:a16="http://schemas.microsoft.com/office/drawing/2014/main" id="{CCB4DEB4-1124-301A-E352-41E4AE4D6BA4}"/>
              </a:ext>
            </a:extLst>
          </p:cNvPr>
          <p:cNvSpPr>
            <a:spLocks noGrp="1"/>
          </p:cNvSpPr>
          <p:nvPr>
            <p:ph type="title"/>
          </p:nvPr>
        </p:nvSpPr>
        <p:spPr/>
        <p:txBody>
          <a:bodyPr vert="horz" lIns="91440" tIns="45720" rIns="91440" bIns="45720" rtlCol="0" anchor="t" anchorCtr="0">
            <a:normAutofit/>
          </a:bodyPr>
          <a:lstStyle/>
          <a:p>
            <a:r>
              <a:rPr lang="pt-BR" kern="1200" noProof="0" dirty="0">
                <a:latin typeface="+mj-lt"/>
                <a:ea typeface="+mj-ea"/>
                <a:cs typeface="+mj-cs"/>
              </a:rPr>
              <a:t>Descrição e Benefícios</a:t>
            </a:r>
          </a:p>
        </p:txBody>
      </p:sp>
      <p:sp>
        <p:nvSpPr>
          <p:cNvPr id="8" name="TextBox 7">
            <a:extLst>
              <a:ext uri="{FF2B5EF4-FFF2-40B4-BE49-F238E27FC236}">
                <a16:creationId xmlns:a16="http://schemas.microsoft.com/office/drawing/2014/main" id="{B2F0B6C0-7D17-450A-939B-649C4723A3D7}"/>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141464" y="841248"/>
            <a:ext cx="4215384" cy="5330952"/>
          </a:xfrm>
          <a:prstGeom prst="rect">
            <a:avLst/>
          </a:prstGeom>
        </p:spPr>
        <p:txBody>
          <a:bodyPr>
            <a:normAutofit/>
          </a:bodyPr>
          <a:lstStyle/>
          <a:p>
            <a:pPr marL="0" indent="0">
              <a:spcBef>
                <a:spcPts val="2500"/>
              </a:spcBef>
              <a:spcAft>
                <a:spcPts val="600"/>
              </a:spcAft>
              <a:buSzPct val="80000"/>
              <a:buNone/>
            </a:pPr>
            <a:r>
              <a:rPr lang="pt-BR" sz="1400" b="1" noProof="0" dirty="0"/>
              <a:t>Priorização de Clientes</a:t>
            </a:r>
          </a:p>
          <a:p>
            <a:pPr marL="0" lvl="1" indent="0">
              <a:spcBef>
                <a:spcPts val="1000"/>
              </a:spcBef>
              <a:spcAft>
                <a:spcPts val="600"/>
              </a:spcAft>
              <a:buSzPct val="80000"/>
              <a:buNone/>
            </a:pPr>
            <a:r>
              <a:rPr lang="pt-BR" sz="1400" noProof="0" dirty="0"/>
              <a:t>O projeto organiza clientes por probabilidade de alta renda usando dados como vínculo empregatício, escolaridade, faixa etária e histórico financeiro.</a:t>
            </a:r>
          </a:p>
          <a:p>
            <a:pPr marL="0" indent="0">
              <a:spcBef>
                <a:spcPts val="2500"/>
              </a:spcBef>
              <a:spcAft>
                <a:spcPts val="600"/>
              </a:spcAft>
              <a:buSzPct val="80000"/>
              <a:buNone/>
            </a:pPr>
            <a:r>
              <a:rPr lang="pt-BR" sz="1400" b="1" noProof="0" dirty="0"/>
              <a:t>Eficiência Comercial</a:t>
            </a:r>
          </a:p>
          <a:p>
            <a:pPr marL="0" lvl="1" indent="0">
              <a:spcBef>
                <a:spcPts val="1000"/>
              </a:spcBef>
              <a:spcAft>
                <a:spcPts val="600"/>
              </a:spcAft>
              <a:buSzPct val="80000"/>
              <a:buNone/>
            </a:pPr>
            <a:r>
              <a:rPr lang="pt-BR" sz="1400" noProof="0" dirty="0"/>
              <a:t>A priorização permite campanhas comerciais mais assertivas, reduzindo custos e aumentando resultados.</a:t>
            </a:r>
          </a:p>
          <a:p>
            <a:pPr marL="0" indent="0">
              <a:spcBef>
                <a:spcPts val="2500"/>
              </a:spcBef>
              <a:spcAft>
                <a:spcPts val="600"/>
              </a:spcAft>
              <a:buSzPct val="80000"/>
              <a:buNone/>
            </a:pPr>
            <a:r>
              <a:rPr lang="pt-BR" sz="1400" b="1" noProof="0" dirty="0"/>
              <a:t>Relacionamento Baseado em Dados</a:t>
            </a:r>
          </a:p>
          <a:p>
            <a:pPr marL="0" lvl="1" indent="0">
              <a:spcBef>
                <a:spcPts val="1000"/>
              </a:spcBef>
              <a:spcAft>
                <a:spcPts val="600"/>
              </a:spcAft>
              <a:buSzPct val="80000"/>
              <a:buNone/>
            </a:pPr>
            <a:r>
              <a:rPr lang="pt-BR" sz="1400" noProof="0" dirty="0"/>
              <a:t>Estratégia sofisticada usa insights preditivos para fortalecer a competitividade da instituição financeira.</a:t>
            </a:r>
          </a:p>
        </p:txBody>
      </p:sp>
    </p:spTree>
    <p:extLst>
      <p:ext uri="{BB962C8B-B14F-4D97-AF65-F5344CB8AC3E}">
        <p14:creationId xmlns:p14="http://schemas.microsoft.com/office/powerpoint/2010/main" val="228054608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F744B20B-316B-5C75-B57F-7B2E9DFDBFE4}"/>
              </a:ext>
            </a:extLst>
          </p:cNvPr>
          <p:cNvSpPr>
            <a:spLocks noGrp="1"/>
          </p:cNvSpPr>
          <p:nvPr>
            <p:ph sz="quarter" idx="13"/>
          </p:nvPr>
        </p:nvSpPr>
        <p:spPr/>
        <p:txBody>
          <a:bodyPr anchor="t">
            <a:normAutofit/>
          </a:bodyPr>
          <a:lstStyle/>
          <a:p>
            <a:r>
              <a:rPr lang="pt-BR" noProof="0" dirty="0"/>
              <a:t>Tratamento de Dados e Ética</a:t>
            </a:r>
          </a:p>
        </p:txBody>
      </p:sp>
    </p:spTree>
    <p:extLst>
      <p:ext uri="{BB962C8B-B14F-4D97-AF65-F5344CB8AC3E}">
        <p14:creationId xmlns:p14="http://schemas.microsoft.com/office/powerpoint/2010/main" val="400356804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0A4AE65-A546-ACFF-D4A1-496D8C824543}"/>
              </a:ext>
            </a:extLst>
          </p:cNvPr>
          <p:cNvSpPr>
            <a:spLocks noGrp="1"/>
          </p:cNvSpPr>
          <p:nvPr>
            <p:ph type="title"/>
          </p:nvPr>
        </p:nvSpPr>
        <p:spPr/>
        <p:txBody>
          <a:bodyPr vert="horz" lIns="91440" tIns="45720" rIns="91440" bIns="45720" rtlCol="0" anchor="t" anchorCtr="0">
            <a:normAutofit/>
          </a:bodyPr>
          <a:lstStyle/>
          <a:p>
            <a:r>
              <a:rPr lang="pt-BR" kern="1200" noProof="0" dirty="0">
                <a:latin typeface="+mj-lt"/>
                <a:ea typeface="+mj-ea"/>
                <a:cs typeface="+mj-cs"/>
              </a:rPr>
              <a:t>Preparação e Conformidade Legal</a:t>
            </a:r>
          </a:p>
        </p:txBody>
      </p:sp>
      <p:sp>
        <p:nvSpPr>
          <p:cNvPr id="8" name="TextBox 7">
            <a:extLst>
              <a:ext uri="{FF2B5EF4-FFF2-40B4-BE49-F238E27FC236}">
                <a16:creationId xmlns:a16="http://schemas.microsoft.com/office/drawing/2014/main" id="{89E46130-6D11-462D-A433-37C0A0E8D6F3}"/>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861304" y="841248"/>
            <a:ext cx="5486400" cy="5340096"/>
          </a:xfrm>
          <a:prstGeom prst="rect">
            <a:avLst/>
          </a:prstGeom>
        </p:spPr>
        <p:txBody>
          <a:bodyPr>
            <a:normAutofit/>
          </a:bodyPr>
          <a:lstStyle/>
          <a:p>
            <a:pPr marL="0" indent="0">
              <a:spcBef>
                <a:spcPts val="2500"/>
              </a:spcBef>
              <a:spcAft>
                <a:spcPts val="600"/>
              </a:spcAft>
              <a:buSzPct val="80000"/>
              <a:buNone/>
            </a:pPr>
            <a:r>
              <a:rPr lang="pt-BR" sz="1400" b="1" noProof="0" dirty="0"/>
              <a:t>Processos de Preparação de Dados</a:t>
            </a:r>
          </a:p>
          <a:p>
            <a:pPr marL="0" lvl="1" indent="0">
              <a:spcBef>
                <a:spcPts val="1000"/>
              </a:spcBef>
              <a:spcAft>
                <a:spcPts val="600"/>
              </a:spcAft>
              <a:buSzPct val="80000"/>
              <a:buNone/>
            </a:pPr>
            <a:r>
              <a:rPr lang="pt-BR" sz="1400" noProof="0" dirty="0"/>
              <a:t>Dados foram limpos, padronizados e variáveis agregadas para melhorar a aderência à linguagem de negócio.</a:t>
            </a:r>
          </a:p>
          <a:p>
            <a:pPr marL="0" indent="0">
              <a:spcBef>
                <a:spcPts val="2500"/>
              </a:spcBef>
              <a:spcAft>
                <a:spcPts val="600"/>
              </a:spcAft>
              <a:buSzPct val="80000"/>
              <a:buNone/>
            </a:pPr>
            <a:r>
              <a:rPr lang="pt-BR" sz="1400" b="1" noProof="0" dirty="0"/>
              <a:t>Exclusão de Variáveis Sensíveis</a:t>
            </a:r>
          </a:p>
          <a:p>
            <a:pPr marL="0" lvl="1" indent="0">
              <a:spcBef>
                <a:spcPts val="1000"/>
              </a:spcBef>
              <a:spcAft>
                <a:spcPts val="600"/>
              </a:spcAft>
              <a:buSzPct val="80000"/>
              <a:buNone/>
            </a:pPr>
            <a:r>
              <a:rPr lang="pt-BR" sz="1400" noProof="0" dirty="0"/>
              <a:t>Variáveis sensíveis como raça, sexo e país de origem foram removidas para garantir conformidade legal.</a:t>
            </a:r>
          </a:p>
          <a:p>
            <a:pPr marL="0" indent="0">
              <a:spcBef>
                <a:spcPts val="2500"/>
              </a:spcBef>
              <a:spcAft>
                <a:spcPts val="600"/>
              </a:spcAft>
              <a:buSzPct val="80000"/>
              <a:buNone/>
            </a:pPr>
            <a:r>
              <a:rPr lang="pt-BR" sz="1400" b="1" noProof="0" dirty="0"/>
              <a:t>Conformidade com LGPD</a:t>
            </a:r>
          </a:p>
          <a:p>
            <a:pPr marL="0" lvl="1" indent="0">
              <a:spcBef>
                <a:spcPts val="1000"/>
              </a:spcBef>
              <a:spcAft>
                <a:spcPts val="600"/>
              </a:spcAft>
              <a:buSzPct val="80000"/>
              <a:buNone/>
            </a:pPr>
            <a:r>
              <a:rPr lang="pt-BR" sz="1400" noProof="0" dirty="0"/>
              <a:t>A conformidade com legislações protege contra discriminação e promove boas práticas internacionais.</a:t>
            </a:r>
          </a:p>
          <a:p>
            <a:pPr marL="0" indent="0">
              <a:spcBef>
                <a:spcPts val="2500"/>
              </a:spcBef>
              <a:spcAft>
                <a:spcPts val="600"/>
              </a:spcAft>
              <a:buSzPct val="80000"/>
              <a:buNone/>
            </a:pPr>
            <a:r>
              <a:rPr lang="pt-BR" sz="1400" b="1" noProof="0" dirty="0"/>
              <a:t>Testes de Desempenho do Modelo</a:t>
            </a:r>
          </a:p>
          <a:p>
            <a:pPr marL="0" lvl="1" indent="0">
              <a:spcBef>
                <a:spcPts val="1000"/>
              </a:spcBef>
              <a:spcAft>
                <a:spcPts val="600"/>
              </a:spcAft>
              <a:buSzPct val="80000"/>
              <a:buNone/>
            </a:pPr>
            <a:r>
              <a:rPr lang="pt-BR" sz="1400" noProof="0" dirty="0"/>
              <a:t>Testes internos confirmaram que exclusão de variáveis sensíveis não afetou a performance do modelo.</a:t>
            </a:r>
          </a:p>
        </p:txBody>
      </p:sp>
      <p:pic>
        <p:nvPicPr>
          <p:cNvPr id="15" name="Imagem 14" descr="Uma imagem contendo pessoa, óculos, cd&#10;&#10;O conteúdo gerado por IA pode estar incorreto.">
            <a:extLst>
              <a:ext uri="{FF2B5EF4-FFF2-40B4-BE49-F238E27FC236}">
                <a16:creationId xmlns:a16="http://schemas.microsoft.com/office/drawing/2014/main" id="{E17B12B5-44B1-402B-C6C9-46585F846A68}"/>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557784" y="1424867"/>
            <a:ext cx="3959352" cy="2388181"/>
          </a:xfrm>
          <a:prstGeom prst="rect">
            <a:avLst/>
          </a:prstGeom>
        </p:spPr>
      </p:pic>
    </p:spTree>
    <p:extLst>
      <p:ext uri="{BB962C8B-B14F-4D97-AF65-F5344CB8AC3E}">
        <p14:creationId xmlns:p14="http://schemas.microsoft.com/office/powerpoint/2010/main" val="299923551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B6D30DAC-B7B7-3F20-BB2F-AF516C019E4E}"/>
              </a:ext>
            </a:extLst>
          </p:cNvPr>
          <p:cNvSpPr>
            <a:spLocks noGrp="1"/>
          </p:cNvSpPr>
          <p:nvPr>
            <p:ph sz="quarter" idx="13"/>
          </p:nvPr>
        </p:nvSpPr>
        <p:spPr/>
        <p:txBody>
          <a:bodyPr anchor="t">
            <a:normAutofit/>
          </a:bodyPr>
          <a:lstStyle/>
          <a:p>
            <a:r>
              <a:rPr lang="pt-BR" noProof="0" dirty="0"/>
              <a:t>Modelos Testados</a:t>
            </a:r>
          </a:p>
        </p:txBody>
      </p:sp>
    </p:spTree>
    <p:extLst>
      <p:ext uri="{BB962C8B-B14F-4D97-AF65-F5344CB8AC3E}">
        <p14:creationId xmlns:p14="http://schemas.microsoft.com/office/powerpoint/2010/main" val="11556011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Conceito de Tecnologia da Quarta Revolução Industrial">
            <a:extLst>
              <a:ext uri="{FF2B5EF4-FFF2-40B4-BE49-F238E27FC236}">
                <a16:creationId xmlns:a16="http://schemas.microsoft.com/office/drawing/2014/main" id="{6DDE7BD2-FA05-453B-B54F-D8EA42AE5A3D}"/>
              </a:ext>
            </a:extLst>
          </p:cNvPr>
          <p:cNvPicPr>
            <a:picLocks noGrp="1" noChangeAspect="1"/>
          </p:cNvPicPr>
          <p:nvPr>
            <p:ph type="pic" idx="13"/>
          </p:nvPr>
        </p:nvPicPr>
        <p:blipFill>
          <a:blip r:embed="rId3"/>
          <a:srcRect l="16478" r="16478"/>
          <a:stretch>
            <a:fillRect/>
          </a:stretch>
        </p:blipFill>
        <p:spPr>
          <a:prstGeom prst="rect">
            <a:avLst/>
          </a:prstGeom>
          <a:noFill/>
        </p:spPr>
      </p:pic>
      <p:sp>
        <p:nvSpPr>
          <p:cNvPr id="6" name="Title 5">
            <a:extLst>
              <a:ext uri="{FF2B5EF4-FFF2-40B4-BE49-F238E27FC236}">
                <a16:creationId xmlns:a16="http://schemas.microsoft.com/office/drawing/2014/main" id="{5BDCDD51-4679-0AD1-E09F-427B21C704C3}"/>
              </a:ext>
            </a:extLst>
          </p:cNvPr>
          <p:cNvSpPr>
            <a:spLocks noGrp="1"/>
          </p:cNvSpPr>
          <p:nvPr>
            <p:ph type="title"/>
          </p:nvPr>
        </p:nvSpPr>
        <p:spPr/>
        <p:txBody>
          <a:bodyPr vert="horz" lIns="91440" tIns="45720" rIns="91440" bIns="45720" rtlCol="0" anchor="t" anchorCtr="0">
            <a:normAutofit/>
          </a:bodyPr>
          <a:lstStyle/>
          <a:p>
            <a:r>
              <a:rPr lang="pt-BR" kern="1200" noProof="0" dirty="0">
                <a:latin typeface="+mj-lt"/>
                <a:ea typeface="+mj-ea"/>
                <a:cs typeface="+mj-cs"/>
              </a:rPr>
              <a:t>Algoritmos Avaliados</a:t>
            </a:r>
          </a:p>
        </p:txBody>
      </p:sp>
      <p:sp>
        <p:nvSpPr>
          <p:cNvPr id="8" name="TextBox 7">
            <a:extLst>
              <a:ext uri="{FF2B5EF4-FFF2-40B4-BE49-F238E27FC236}">
                <a16:creationId xmlns:a16="http://schemas.microsoft.com/office/drawing/2014/main" id="{617C028E-4C5E-47C5-98ED-575606CF5576}"/>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141464" y="841248"/>
            <a:ext cx="4215384" cy="5330952"/>
          </a:xfrm>
          <a:prstGeom prst="rect">
            <a:avLst/>
          </a:prstGeom>
        </p:spPr>
        <p:txBody>
          <a:bodyPr>
            <a:normAutofit/>
          </a:bodyPr>
          <a:lstStyle/>
          <a:p>
            <a:pPr marL="0" indent="0">
              <a:spcBef>
                <a:spcPts val="2500"/>
              </a:spcBef>
              <a:spcAft>
                <a:spcPts val="600"/>
              </a:spcAft>
              <a:buSzPct val="80000"/>
              <a:buNone/>
            </a:pPr>
            <a:r>
              <a:rPr lang="pt-BR" sz="1400" b="1" noProof="0" dirty="0"/>
              <a:t>Diversidade de Algoritmos</a:t>
            </a:r>
          </a:p>
          <a:p>
            <a:pPr marL="0" lvl="1" indent="0">
              <a:spcBef>
                <a:spcPts val="1000"/>
              </a:spcBef>
              <a:spcAft>
                <a:spcPts val="600"/>
              </a:spcAft>
              <a:buSzPct val="80000"/>
              <a:buNone/>
            </a:pPr>
            <a:r>
              <a:rPr lang="pt-BR" sz="1400" noProof="0" dirty="0"/>
              <a:t>Modelos testados incluem Regressão Logística, KNN, Árvore de Decisão, Random Forest e </a:t>
            </a:r>
            <a:r>
              <a:rPr lang="pt-BR" sz="1400" noProof="0" dirty="0" err="1"/>
              <a:t>Gradient</a:t>
            </a:r>
            <a:r>
              <a:rPr lang="pt-BR" sz="1400" noProof="0" dirty="0"/>
              <a:t> </a:t>
            </a:r>
            <a:r>
              <a:rPr lang="pt-BR" sz="1400" noProof="0" dirty="0" err="1"/>
              <a:t>Boosting</a:t>
            </a:r>
            <a:r>
              <a:rPr lang="pt-BR" sz="1400" noProof="0" dirty="0"/>
              <a:t>, em versões básicas e otimizadas.</a:t>
            </a:r>
          </a:p>
          <a:p>
            <a:pPr marL="0" indent="0">
              <a:spcBef>
                <a:spcPts val="2500"/>
              </a:spcBef>
              <a:spcAft>
                <a:spcPts val="600"/>
              </a:spcAft>
              <a:buSzPct val="80000"/>
              <a:buNone/>
            </a:pPr>
            <a:r>
              <a:rPr lang="pt-BR" sz="1400" b="1" noProof="0" dirty="0"/>
              <a:t>Métricas de Avaliação</a:t>
            </a:r>
          </a:p>
          <a:p>
            <a:pPr marL="0" lvl="1" indent="0">
              <a:spcBef>
                <a:spcPts val="1000"/>
              </a:spcBef>
              <a:spcAft>
                <a:spcPts val="600"/>
              </a:spcAft>
              <a:buSzPct val="80000"/>
              <a:buNone/>
            </a:pPr>
            <a:r>
              <a:rPr lang="pt-BR" sz="1400" noProof="0" dirty="0"/>
              <a:t>Os modelos foram avaliados por acurácia, precisão, recall, F1-score e ROC-AUC, garantindo análise detalhada de desempenho.</a:t>
            </a:r>
          </a:p>
          <a:p>
            <a:pPr marL="0" indent="0">
              <a:spcBef>
                <a:spcPts val="2500"/>
              </a:spcBef>
              <a:spcAft>
                <a:spcPts val="600"/>
              </a:spcAft>
              <a:buSzPct val="80000"/>
              <a:buNone/>
            </a:pPr>
            <a:r>
              <a:rPr lang="pt-BR" sz="1400" b="1" noProof="0" dirty="0"/>
              <a:t>Desempenho versus Custo Computacional</a:t>
            </a:r>
          </a:p>
          <a:p>
            <a:pPr marL="0" lvl="1" indent="0">
              <a:spcBef>
                <a:spcPts val="1000"/>
              </a:spcBef>
              <a:spcAft>
                <a:spcPts val="600"/>
              </a:spcAft>
              <a:buSzPct val="80000"/>
              <a:buNone/>
            </a:pPr>
            <a:r>
              <a:rPr lang="pt-BR" sz="1400" noProof="0" dirty="0"/>
              <a:t>Modelos mais complexos oferecem melhor qualidade, mas exigem maior tempo de processamento e custo computacional.</a:t>
            </a:r>
          </a:p>
        </p:txBody>
      </p:sp>
    </p:spTree>
    <p:extLst>
      <p:ext uri="{BB962C8B-B14F-4D97-AF65-F5344CB8AC3E}">
        <p14:creationId xmlns:p14="http://schemas.microsoft.com/office/powerpoint/2010/main" val="140619003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8D8C872-46B4-48E0-979E-8DF6C4F0CE8F}"/>
              </a:ext>
            </a:extLst>
          </p:cNvPr>
          <p:cNvSpPr>
            <a:spLocks noGrp="1"/>
          </p:cNvSpPr>
          <p:nvPr>
            <p:ph sz="quarter" idx="13"/>
          </p:nvPr>
        </p:nvSpPr>
        <p:spPr/>
        <p:txBody>
          <a:bodyPr anchor="t">
            <a:normAutofit/>
          </a:bodyPr>
          <a:lstStyle/>
          <a:p>
            <a:r>
              <a:rPr lang="pt-BR" noProof="0" dirty="0"/>
              <a:t>Comparação de Resultados</a:t>
            </a:r>
          </a:p>
        </p:txBody>
      </p:sp>
    </p:spTree>
    <p:extLst>
      <p:ext uri="{BB962C8B-B14F-4D97-AF65-F5344CB8AC3E}">
        <p14:creationId xmlns:p14="http://schemas.microsoft.com/office/powerpoint/2010/main" val="209504981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Espaço Reservado para Imagem 6" descr="Imagem de vídeo game&#10;&#10;O conteúdo gerado por IA pode estar incorreto.">
            <a:extLst>
              <a:ext uri="{FF2B5EF4-FFF2-40B4-BE49-F238E27FC236}">
                <a16:creationId xmlns:a16="http://schemas.microsoft.com/office/drawing/2014/main" id="{DB9BAA94-E714-AAFA-78A5-18C35CA4870E}"/>
              </a:ext>
            </a:extLst>
          </p:cNvPr>
          <p:cNvPicPr>
            <a:picLocks noGrp="1" noChangeAspect="1"/>
          </p:cNvPicPr>
          <p:nvPr>
            <p:ph type="pic" idx="13"/>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15000" r="15000"/>
          <a:stretch>
            <a:fillRect/>
          </a:stretch>
        </p:blipFill>
        <p:spPr>
          <a:xfrm>
            <a:off x="1096963" y="933450"/>
            <a:ext cx="2879725" cy="2879725"/>
          </a:xfrm>
        </p:spPr>
      </p:pic>
      <p:graphicFrame>
        <p:nvGraphicFramePr>
          <p:cNvPr id="8" name="Content Placeholder 7">
            <a:extLst>
              <a:ext uri="{FF2B5EF4-FFF2-40B4-BE49-F238E27FC236}">
                <a16:creationId xmlns:a16="http://schemas.microsoft.com/office/drawing/2014/main" id="{74136649-DA5C-4607-AFB4-CBF518F78ADA}"/>
              </a:ext>
            </a:extLst>
          </p:cNvPr>
          <p:cNvGraphicFramePr>
            <a:graphicFrameLocks noGrp="1"/>
          </p:cNvGraphicFramePr>
          <p:nvPr>
            <p:ph idx="1"/>
            <p:extLst>
              <p:ext uri="{D42A27DB-BD31-4B8C-83A1-F6EECF244321}">
                <p14:modId xmlns:p14="http://schemas.microsoft.com/office/powerpoint/2010/main" val="3843817674"/>
              </p:ext>
            </p:extLst>
          </p:nvPr>
        </p:nvGraphicFramePr>
        <p:xfrm>
          <a:off x="5303520" y="1645920"/>
          <a:ext cx="6680342" cy="3657602"/>
        </p:xfrm>
        <a:graphic>
          <a:graphicData uri="http://schemas.openxmlformats.org/drawingml/2006/table">
            <a:tbl>
              <a:tblPr firstRow="1" bandRow="1">
                <a:noFill/>
                <a:tableStyleId>{5C22544A-7EE6-4342-B048-85BDC9FD1C3A}</a:tableStyleId>
              </a:tblPr>
              <a:tblGrid>
                <a:gridCol w="1156535">
                  <a:extLst>
                    <a:ext uri="{9D8B030D-6E8A-4147-A177-3AD203B41FA5}">
                      <a16:colId xmlns:a16="http://schemas.microsoft.com/office/drawing/2014/main" val="2034900038"/>
                    </a:ext>
                  </a:extLst>
                </a:gridCol>
                <a:gridCol w="1339416">
                  <a:extLst>
                    <a:ext uri="{9D8B030D-6E8A-4147-A177-3AD203B41FA5}">
                      <a16:colId xmlns:a16="http://schemas.microsoft.com/office/drawing/2014/main" val="3117762572"/>
                    </a:ext>
                  </a:extLst>
                </a:gridCol>
                <a:gridCol w="1322674">
                  <a:extLst>
                    <a:ext uri="{9D8B030D-6E8A-4147-A177-3AD203B41FA5}">
                      <a16:colId xmlns:a16="http://schemas.microsoft.com/office/drawing/2014/main" val="3457802729"/>
                    </a:ext>
                  </a:extLst>
                </a:gridCol>
                <a:gridCol w="1098580">
                  <a:extLst>
                    <a:ext uri="{9D8B030D-6E8A-4147-A177-3AD203B41FA5}">
                      <a16:colId xmlns:a16="http://schemas.microsoft.com/office/drawing/2014/main" val="360227945"/>
                    </a:ext>
                  </a:extLst>
                </a:gridCol>
                <a:gridCol w="1001987">
                  <a:extLst>
                    <a:ext uri="{9D8B030D-6E8A-4147-A177-3AD203B41FA5}">
                      <a16:colId xmlns:a16="http://schemas.microsoft.com/office/drawing/2014/main" val="2448752667"/>
                    </a:ext>
                  </a:extLst>
                </a:gridCol>
                <a:gridCol w="761150">
                  <a:extLst>
                    <a:ext uri="{9D8B030D-6E8A-4147-A177-3AD203B41FA5}">
                      <a16:colId xmlns:a16="http://schemas.microsoft.com/office/drawing/2014/main" val="3557680850"/>
                    </a:ext>
                  </a:extLst>
                </a:gridCol>
              </a:tblGrid>
              <a:tr h="673904">
                <a:tc>
                  <a:txBody>
                    <a:bodyPr/>
                    <a:lstStyle/>
                    <a:p>
                      <a:pPr>
                        <a:buNone/>
                      </a:pPr>
                      <a:r>
                        <a:rPr lang="pt-BR" sz="1200" b="1" cap="all" spc="150" noProof="0" dirty="0">
                          <a:solidFill>
                            <a:schemeClr val="tx1"/>
                          </a:solidFill>
                        </a:rPr>
                        <a:t>Modelo</a:t>
                      </a:r>
                    </a:p>
                  </a:txBody>
                  <a:tcPr marL="101006" marR="101006" marT="101006" marB="101006" anchor="ctr">
                    <a:lnL w="12700" cmpd="sng">
                      <a:noFill/>
                    </a:lnL>
                    <a:lnR w="12700" cmpd="sng">
                      <a:noFill/>
                    </a:lnR>
                    <a:lnT w="6350" cap="flat" cmpd="sng" algn="ctr">
                      <a:noFill/>
                      <a:prstDash val="solid"/>
                    </a:lnT>
                    <a:lnB w="12700" cap="flat" cmpd="sng" algn="ctr">
                      <a:solidFill>
                        <a:schemeClr val="tx1"/>
                      </a:solidFill>
                      <a:prstDash val="solid"/>
                      <a:round/>
                      <a:headEnd type="none" w="med" len="med"/>
                      <a:tailEnd type="none" w="med" len="med"/>
                    </a:lnB>
                    <a:noFill/>
                  </a:tcPr>
                </a:tc>
                <a:tc>
                  <a:txBody>
                    <a:bodyPr/>
                    <a:lstStyle/>
                    <a:p>
                      <a:pPr>
                        <a:buNone/>
                      </a:pPr>
                      <a:r>
                        <a:rPr lang="pt-BR" sz="1200" b="1" cap="all" spc="150" noProof="0" dirty="0">
                          <a:solidFill>
                            <a:schemeClr val="tx1"/>
                          </a:solidFill>
                        </a:rPr>
                        <a:t>Acurácia</a:t>
                      </a:r>
                    </a:p>
                  </a:txBody>
                  <a:tcPr marL="101006" marR="101006" marT="101006" marB="101006" anchor="ctr">
                    <a:lnL w="12700" cmpd="sng">
                      <a:noFill/>
                    </a:lnL>
                    <a:lnR w="12700" cmpd="sng">
                      <a:noFill/>
                    </a:lnR>
                    <a:lnT w="6350" cap="flat" cmpd="sng" algn="ctr">
                      <a:noFill/>
                      <a:prstDash val="solid"/>
                    </a:lnT>
                    <a:lnB w="12700" cap="flat" cmpd="sng" algn="ctr">
                      <a:solidFill>
                        <a:schemeClr val="tx1"/>
                      </a:solidFill>
                      <a:prstDash val="solid"/>
                      <a:round/>
                      <a:headEnd type="none" w="med" len="med"/>
                      <a:tailEnd type="none" w="med" len="med"/>
                    </a:lnB>
                    <a:noFill/>
                  </a:tcPr>
                </a:tc>
                <a:tc>
                  <a:txBody>
                    <a:bodyPr/>
                    <a:lstStyle/>
                    <a:p>
                      <a:pPr>
                        <a:buNone/>
                      </a:pPr>
                      <a:r>
                        <a:rPr lang="pt-BR" sz="1200" b="1" cap="all" spc="150" noProof="0" dirty="0">
                          <a:solidFill>
                            <a:schemeClr val="tx1"/>
                          </a:solidFill>
                        </a:rPr>
                        <a:t>Precisão</a:t>
                      </a:r>
                    </a:p>
                  </a:txBody>
                  <a:tcPr marL="101006" marR="101006" marT="101006" marB="101006" anchor="ctr">
                    <a:lnL w="12700" cmpd="sng">
                      <a:noFill/>
                    </a:lnL>
                    <a:lnR w="12700" cmpd="sng">
                      <a:noFill/>
                    </a:lnR>
                    <a:lnT w="6350" cap="flat" cmpd="sng" algn="ctr">
                      <a:noFill/>
                      <a:prstDash val="solid"/>
                    </a:lnT>
                    <a:lnB w="12700" cap="flat" cmpd="sng" algn="ctr">
                      <a:solidFill>
                        <a:schemeClr val="tx1"/>
                      </a:solidFill>
                      <a:prstDash val="solid"/>
                      <a:round/>
                      <a:headEnd type="none" w="med" len="med"/>
                      <a:tailEnd type="none" w="med" len="med"/>
                    </a:lnB>
                    <a:noFill/>
                  </a:tcPr>
                </a:tc>
                <a:tc>
                  <a:txBody>
                    <a:bodyPr/>
                    <a:lstStyle/>
                    <a:p>
                      <a:pPr>
                        <a:buNone/>
                      </a:pPr>
                      <a:r>
                        <a:rPr lang="pt-BR" sz="1200" b="1" cap="all" spc="150" noProof="0" dirty="0">
                          <a:solidFill>
                            <a:schemeClr val="tx1"/>
                          </a:solidFill>
                        </a:rPr>
                        <a:t>Recall</a:t>
                      </a:r>
                    </a:p>
                  </a:txBody>
                  <a:tcPr marL="101006" marR="101006" marT="101006" marB="101006" anchor="ctr">
                    <a:lnL w="12700" cmpd="sng">
                      <a:noFill/>
                    </a:lnL>
                    <a:lnR w="12700" cmpd="sng">
                      <a:noFill/>
                    </a:lnR>
                    <a:lnT w="6350" cap="flat" cmpd="sng" algn="ctr">
                      <a:noFill/>
                      <a:prstDash val="solid"/>
                    </a:lnT>
                    <a:lnB w="12700" cap="flat" cmpd="sng" algn="ctr">
                      <a:solidFill>
                        <a:schemeClr val="tx1"/>
                      </a:solidFill>
                      <a:prstDash val="solid"/>
                      <a:round/>
                      <a:headEnd type="none" w="med" len="med"/>
                      <a:tailEnd type="none" w="med" len="med"/>
                    </a:lnB>
                    <a:noFill/>
                  </a:tcPr>
                </a:tc>
                <a:tc>
                  <a:txBody>
                    <a:bodyPr/>
                    <a:lstStyle/>
                    <a:p>
                      <a:pPr>
                        <a:buNone/>
                      </a:pPr>
                      <a:r>
                        <a:rPr lang="pt-BR" sz="1200" b="1" cap="all" spc="150" noProof="0" dirty="0">
                          <a:solidFill>
                            <a:schemeClr val="tx1"/>
                          </a:solidFill>
                        </a:rPr>
                        <a:t>F1-Score</a:t>
                      </a:r>
                    </a:p>
                  </a:txBody>
                  <a:tcPr marL="101006" marR="101006" marT="101006" marB="101006" anchor="ctr">
                    <a:lnL w="12700" cmpd="sng">
                      <a:noFill/>
                    </a:lnL>
                    <a:lnR w="12700" cmpd="sng">
                      <a:noFill/>
                    </a:lnR>
                    <a:lnT w="6350" cap="flat" cmpd="sng" algn="ctr">
                      <a:noFill/>
                      <a:prstDash val="solid"/>
                    </a:lnT>
                    <a:lnB w="12700" cap="flat" cmpd="sng" algn="ctr">
                      <a:solidFill>
                        <a:schemeClr val="tx1"/>
                      </a:solidFill>
                      <a:prstDash val="solid"/>
                      <a:round/>
                      <a:headEnd type="none" w="med" len="med"/>
                      <a:tailEnd type="none" w="med" len="med"/>
                    </a:lnB>
                    <a:noFill/>
                  </a:tcPr>
                </a:tc>
                <a:tc>
                  <a:txBody>
                    <a:bodyPr/>
                    <a:lstStyle/>
                    <a:p>
                      <a:pPr>
                        <a:buNone/>
                      </a:pPr>
                      <a:r>
                        <a:rPr lang="pt-BR" sz="1200" b="1" cap="all" spc="150" noProof="0" dirty="0">
                          <a:solidFill>
                            <a:schemeClr val="tx1"/>
                          </a:solidFill>
                        </a:rPr>
                        <a:t>ROC-AUC</a:t>
                      </a:r>
                    </a:p>
                  </a:txBody>
                  <a:tcPr marL="101006" marR="101006" marT="101006" marB="101006" anchor="ctr">
                    <a:lnL w="12700" cmpd="sng">
                      <a:noFill/>
                    </a:lnL>
                    <a:lnR w="12700" cmpd="sng">
                      <a:noFill/>
                    </a:lnR>
                    <a:lnT w="6350" cap="flat" cmpd="sng" algn="ctr">
                      <a:noFill/>
                      <a:prstDash val="soli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88726644"/>
                  </a:ext>
                </a:extLst>
              </a:tr>
              <a:tr h="763929">
                <a:tc>
                  <a:txBody>
                    <a:bodyPr/>
                    <a:lstStyle/>
                    <a:p>
                      <a:pPr>
                        <a:buNone/>
                      </a:pPr>
                      <a:r>
                        <a:rPr lang="pt-BR" sz="1000" b="1" cap="none" spc="0" noProof="0" dirty="0" err="1">
                          <a:solidFill>
                            <a:schemeClr val="tx1"/>
                          </a:solidFill>
                        </a:rPr>
                        <a:t>Gradient</a:t>
                      </a:r>
                      <a:r>
                        <a:rPr lang="pt-BR" sz="1000" b="1" cap="none" spc="0" noProof="0" dirty="0">
                          <a:solidFill>
                            <a:schemeClr val="tx1"/>
                          </a:solidFill>
                        </a:rPr>
                        <a:t> </a:t>
                      </a:r>
                      <a:r>
                        <a:rPr lang="pt-BR" sz="1000" b="1" cap="none" spc="0" noProof="0" dirty="0" err="1">
                          <a:solidFill>
                            <a:schemeClr val="tx1"/>
                          </a:solidFill>
                        </a:rPr>
                        <a:t>Boosting</a:t>
                      </a:r>
                      <a:r>
                        <a:rPr lang="pt-BR" sz="1000" b="1" cap="none" spc="0" noProof="0" dirty="0">
                          <a:solidFill>
                            <a:schemeClr val="tx1"/>
                          </a:solidFill>
                        </a:rPr>
                        <a:t> (Otimizado)</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pt-BR" sz="1000" cap="none" spc="0" noProof="0" dirty="0">
                          <a:solidFill>
                            <a:schemeClr val="tx1"/>
                          </a:solidFill>
                        </a:rPr>
                        <a:t>0,8633</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pt-BR" sz="1000" cap="none" spc="0" noProof="0" dirty="0">
                          <a:solidFill>
                            <a:schemeClr val="tx1"/>
                          </a:solidFill>
                        </a:rPr>
                        <a:t>0,757</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pt-BR" sz="1000" cap="none" spc="0" noProof="0" dirty="0">
                          <a:solidFill>
                            <a:schemeClr val="tx1"/>
                          </a:solidFill>
                        </a:rPr>
                        <a:t>0,6602</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pt-BR" sz="1000" cap="none" spc="0" noProof="0" dirty="0">
                          <a:solidFill>
                            <a:schemeClr val="tx1"/>
                          </a:solidFill>
                        </a:rPr>
                        <a:t>0,7053</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pt-BR" sz="1000" cap="none" spc="0" noProof="0" dirty="0">
                          <a:solidFill>
                            <a:schemeClr val="tx1"/>
                          </a:solidFill>
                        </a:rPr>
                        <a:t>0,9212</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66892054"/>
                  </a:ext>
                </a:extLst>
              </a:tr>
              <a:tr h="596740">
                <a:tc>
                  <a:txBody>
                    <a:bodyPr/>
                    <a:lstStyle/>
                    <a:p>
                      <a:pPr>
                        <a:buNone/>
                      </a:pPr>
                      <a:r>
                        <a:rPr lang="pt-BR" sz="1000" b="1" cap="none" spc="0" noProof="0" dirty="0" err="1">
                          <a:solidFill>
                            <a:schemeClr val="tx1"/>
                          </a:solidFill>
                        </a:rPr>
                        <a:t>Decision</a:t>
                      </a:r>
                      <a:r>
                        <a:rPr lang="pt-BR" sz="1000" b="1" cap="none" spc="0" noProof="0" dirty="0">
                          <a:solidFill>
                            <a:schemeClr val="tx1"/>
                          </a:solidFill>
                        </a:rPr>
                        <a:t> </a:t>
                      </a:r>
                      <a:r>
                        <a:rPr lang="pt-BR" sz="1000" b="1" cap="none" spc="0" noProof="0" dirty="0" err="1">
                          <a:solidFill>
                            <a:schemeClr val="tx1"/>
                          </a:solidFill>
                        </a:rPr>
                        <a:t>Tree</a:t>
                      </a:r>
                      <a:r>
                        <a:rPr lang="pt-BR" sz="1000" b="1" cap="none" spc="0" noProof="0" dirty="0">
                          <a:solidFill>
                            <a:schemeClr val="tx1"/>
                          </a:solidFill>
                        </a:rPr>
                        <a:t> (Original)</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pt-BR" sz="1000" cap="none" spc="0" noProof="0" dirty="0">
                          <a:solidFill>
                            <a:schemeClr val="tx1"/>
                          </a:solidFill>
                        </a:rPr>
                        <a:t>0,848</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pt-BR" sz="1000" cap="none" spc="0" noProof="0" dirty="0">
                          <a:solidFill>
                            <a:schemeClr val="tx1"/>
                          </a:solidFill>
                        </a:rPr>
                        <a:t>0,7088</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pt-BR" sz="1000" cap="none" spc="0" noProof="0" dirty="0">
                          <a:solidFill>
                            <a:schemeClr val="tx1"/>
                          </a:solidFill>
                        </a:rPr>
                        <a:t>0,6555</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pt-BR" sz="1000" cap="none" spc="0" noProof="0" dirty="0">
                          <a:solidFill>
                            <a:schemeClr val="tx1"/>
                          </a:solidFill>
                        </a:rPr>
                        <a:t>0,6811</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pt-BR" sz="1000" cap="none" spc="0" noProof="0" dirty="0">
                          <a:solidFill>
                            <a:schemeClr val="tx1"/>
                          </a:solidFill>
                        </a:rPr>
                        <a:t>0,8984</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28235717"/>
                  </a:ext>
                </a:extLst>
              </a:tr>
              <a:tr h="596740">
                <a:tc>
                  <a:txBody>
                    <a:bodyPr/>
                    <a:lstStyle/>
                    <a:p>
                      <a:pPr>
                        <a:buNone/>
                      </a:pPr>
                      <a:r>
                        <a:rPr lang="pt-BR" sz="1000" b="1" cap="none" spc="0" noProof="0" dirty="0">
                          <a:solidFill>
                            <a:schemeClr val="tx1"/>
                          </a:solidFill>
                        </a:rPr>
                        <a:t>Random Forest</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pt-BR" sz="1000" cap="none" spc="0" noProof="0" dirty="0">
                          <a:solidFill>
                            <a:schemeClr val="tx1"/>
                          </a:solidFill>
                        </a:rPr>
                        <a:t>0,8521</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pt-BR" sz="1000" cap="none" spc="0" noProof="0" dirty="0">
                          <a:solidFill>
                            <a:schemeClr val="tx1"/>
                          </a:solidFill>
                        </a:rPr>
                        <a:t>0,7972</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pt-BR" sz="1000" cap="none" spc="0" noProof="0" dirty="0">
                          <a:solidFill>
                            <a:schemeClr val="tx1"/>
                          </a:solidFill>
                        </a:rPr>
                        <a:t>0,5403</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pt-BR" sz="1000" cap="none" spc="0" noProof="0" dirty="0">
                          <a:solidFill>
                            <a:schemeClr val="tx1"/>
                          </a:solidFill>
                        </a:rPr>
                        <a:t>0,6441</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pt-BR" sz="1000" cap="none" spc="0" noProof="0" dirty="0">
                          <a:solidFill>
                            <a:schemeClr val="tx1"/>
                          </a:solidFill>
                        </a:rPr>
                        <a:t>0,9161</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64823431"/>
                  </a:ext>
                </a:extLst>
              </a:tr>
              <a:tr h="429549">
                <a:tc>
                  <a:txBody>
                    <a:bodyPr/>
                    <a:lstStyle/>
                    <a:p>
                      <a:pPr>
                        <a:buNone/>
                      </a:pPr>
                      <a:r>
                        <a:rPr lang="pt-BR" sz="1000" b="1" cap="none" spc="0" noProof="0" dirty="0">
                          <a:solidFill>
                            <a:schemeClr val="tx1"/>
                          </a:solidFill>
                        </a:rPr>
                        <a:t>KNN</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pt-BR" sz="1000" cap="none" spc="0" noProof="0" dirty="0">
                          <a:solidFill>
                            <a:schemeClr val="tx1"/>
                          </a:solidFill>
                        </a:rPr>
                        <a:t>0,8312</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pt-BR" sz="1000" cap="none" spc="0" noProof="0" dirty="0">
                          <a:solidFill>
                            <a:schemeClr val="tx1"/>
                          </a:solidFill>
                        </a:rPr>
                        <a:t>0,6874</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pt-BR" sz="1000" cap="none" spc="0" noProof="0" dirty="0">
                          <a:solidFill>
                            <a:schemeClr val="tx1"/>
                          </a:solidFill>
                        </a:rPr>
                        <a:t>0,5837</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pt-BR" sz="1000" cap="none" spc="0" noProof="0" dirty="0">
                          <a:solidFill>
                            <a:schemeClr val="tx1"/>
                          </a:solidFill>
                        </a:rPr>
                        <a:t>0,6314</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pt-BR" sz="1000" cap="none" spc="0" noProof="0" dirty="0">
                          <a:solidFill>
                            <a:schemeClr val="tx1"/>
                          </a:solidFill>
                        </a:rPr>
                        <a:t>0,8796</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64401775"/>
                  </a:ext>
                </a:extLst>
              </a:tr>
              <a:tr h="596740">
                <a:tc>
                  <a:txBody>
                    <a:bodyPr/>
                    <a:lstStyle/>
                    <a:p>
                      <a:pPr>
                        <a:buNone/>
                      </a:pPr>
                      <a:r>
                        <a:rPr lang="pt-BR" sz="1000" b="1" cap="none" spc="0" noProof="0" dirty="0" err="1">
                          <a:solidFill>
                            <a:schemeClr val="tx1"/>
                          </a:solidFill>
                        </a:rPr>
                        <a:t>Logistic</a:t>
                      </a:r>
                      <a:r>
                        <a:rPr lang="pt-BR" sz="1000" b="1" cap="none" spc="0" noProof="0" dirty="0">
                          <a:solidFill>
                            <a:schemeClr val="tx1"/>
                          </a:solidFill>
                        </a:rPr>
                        <a:t> </a:t>
                      </a:r>
                      <a:r>
                        <a:rPr lang="pt-BR" sz="1000" b="1" cap="none" spc="0" noProof="0" dirty="0" err="1">
                          <a:solidFill>
                            <a:schemeClr val="tx1"/>
                          </a:solidFill>
                        </a:rPr>
                        <a:t>Regression</a:t>
                      </a:r>
                      <a:endParaRPr lang="pt-BR" sz="1000" b="1" cap="none" spc="0" noProof="0" dirty="0">
                        <a:solidFill>
                          <a:schemeClr val="tx1"/>
                        </a:solidFill>
                      </a:endParaRP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pt-BR" sz="1000" cap="none" spc="0" noProof="0" dirty="0">
                          <a:solidFill>
                            <a:schemeClr val="tx1"/>
                          </a:solidFill>
                        </a:rPr>
                        <a:t>0,8184</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pt-BR" sz="1000" cap="none" spc="0" noProof="0" dirty="0">
                          <a:solidFill>
                            <a:schemeClr val="tx1"/>
                          </a:solidFill>
                        </a:rPr>
                        <a:t>0,7279</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pt-BR" sz="1000" cap="none" spc="0" noProof="0" dirty="0">
                          <a:solidFill>
                            <a:schemeClr val="tx1"/>
                          </a:solidFill>
                        </a:rPr>
                        <a:t>0,4257</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pt-BR" sz="1000" cap="none" spc="0" noProof="0" dirty="0">
                          <a:solidFill>
                            <a:schemeClr val="tx1"/>
                          </a:solidFill>
                        </a:rPr>
                        <a:t>0,5372</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pt-BR" sz="1000" cap="none" spc="0" noProof="0" dirty="0">
                          <a:solidFill>
                            <a:schemeClr val="tx1"/>
                          </a:solidFill>
                        </a:rPr>
                        <a:t>0,8499</a:t>
                      </a:r>
                    </a:p>
                  </a:txBody>
                  <a:tcPr marL="101006" marR="101006" marT="101006" marB="101006"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95527877"/>
                  </a:ext>
                </a:extLst>
              </a:tr>
            </a:tbl>
          </a:graphicData>
        </a:graphic>
      </p:graphicFrame>
      <p:sp>
        <p:nvSpPr>
          <p:cNvPr id="6" name="Title 5">
            <a:extLst>
              <a:ext uri="{FF2B5EF4-FFF2-40B4-BE49-F238E27FC236}">
                <a16:creationId xmlns:a16="http://schemas.microsoft.com/office/drawing/2014/main" id="{889E3C5F-CD6F-16CB-510A-C118CB2D7FAB}"/>
              </a:ext>
            </a:extLst>
          </p:cNvPr>
          <p:cNvSpPr>
            <a:spLocks noGrp="1"/>
          </p:cNvSpPr>
          <p:nvPr>
            <p:ph type="title"/>
          </p:nvPr>
        </p:nvSpPr>
        <p:spPr/>
        <p:txBody>
          <a:bodyPr anchor="t">
            <a:normAutofit/>
          </a:bodyPr>
          <a:lstStyle/>
          <a:p>
            <a:r>
              <a:rPr lang="pt-BR" noProof="0" dirty="0"/>
              <a:t>Tabela de Métricas</a:t>
            </a:r>
          </a:p>
        </p:txBody>
      </p:sp>
    </p:spTree>
    <p:extLst>
      <p:ext uri="{BB962C8B-B14F-4D97-AF65-F5344CB8AC3E}">
        <p14:creationId xmlns:p14="http://schemas.microsoft.com/office/powerpoint/2010/main" val="3324635601"/>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2714C3C-DFB1-7C67-9D71-BE878182D585}"/>
              </a:ext>
            </a:extLst>
          </p:cNvPr>
          <p:cNvSpPr>
            <a:spLocks noGrp="1"/>
          </p:cNvSpPr>
          <p:nvPr>
            <p:ph sz="quarter" idx="13"/>
          </p:nvPr>
        </p:nvSpPr>
        <p:spPr/>
        <p:txBody>
          <a:bodyPr anchor="t">
            <a:normAutofit/>
          </a:bodyPr>
          <a:lstStyle/>
          <a:p>
            <a:r>
              <a:rPr lang="pt-BR" noProof="0" dirty="0"/>
              <a:t>Gráficos de Desempenho</a:t>
            </a:r>
          </a:p>
        </p:txBody>
      </p:sp>
    </p:spTree>
    <p:extLst>
      <p:ext uri="{BB962C8B-B14F-4D97-AF65-F5344CB8AC3E}">
        <p14:creationId xmlns:p14="http://schemas.microsoft.com/office/powerpoint/2010/main" val="49131041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Um programa digital futurista de interface HUD com um sistema de controle pessoal sobre uma rede, na qual o computador usa a interface para interagir com o usuário.">
            <a:extLst>
              <a:ext uri="{FF2B5EF4-FFF2-40B4-BE49-F238E27FC236}">
                <a16:creationId xmlns:a16="http://schemas.microsoft.com/office/drawing/2014/main" id="{C3936750-075D-40F7-9EE8-866B3C0186D4}"/>
              </a:ext>
            </a:extLst>
          </p:cNvPr>
          <p:cNvPicPr>
            <a:picLocks noGrp="1" noChangeAspect="1"/>
          </p:cNvPicPr>
          <p:nvPr>
            <p:ph type="pic" idx="13"/>
          </p:nvPr>
        </p:nvPicPr>
        <p:blipFill>
          <a:blip r:embed="rId3"/>
          <a:srcRect l="18573" r="18573"/>
          <a:stretch>
            <a:fillRect/>
          </a:stretch>
        </p:blipFill>
        <p:spPr>
          <a:prstGeom prst="rect">
            <a:avLst/>
          </a:prstGeom>
          <a:noFill/>
        </p:spPr>
      </p:pic>
      <p:sp>
        <p:nvSpPr>
          <p:cNvPr id="6" name="Title 5">
            <a:extLst>
              <a:ext uri="{FF2B5EF4-FFF2-40B4-BE49-F238E27FC236}">
                <a16:creationId xmlns:a16="http://schemas.microsoft.com/office/drawing/2014/main" id="{D3AF4DE6-C836-2213-8B64-70E04406FFCE}"/>
              </a:ext>
            </a:extLst>
          </p:cNvPr>
          <p:cNvSpPr>
            <a:spLocks noGrp="1"/>
          </p:cNvSpPr>
          <p:nvPr>
            <p:ph type="title"/>
          </p:nvPr>
        </p:nvSpPr>
        <p:spPr/>
        <p:txBody>
          <a:bodyPr vert="horz" lIns="91440" tIns="45720" rIns="91440" bIns="45720" rtlCol="0" anchor="t" anchorCtr="0">
            <a:normAutofit/>
          </a:bodyPr>
          <a:lstStyle/>
          <a:p>
            <a:r>
              <a:rPr lang="pt-BR" kern="1200" noProof="0" dirty="0">
                <a:latin typeface="+mj-lt"/>
                <a:ea typeface="+mj-ea"/>
                <a:cs typeface="+mj-cs"/>
              </a:rPr>
              <a:t>Visualização das Métricas</a:t>
            </a:r>
          </a:p>
        </p:txBody>
      </p:sp>
      <p:sp>
        <p:nvSpPr>
          <p:cNvPr id="8" name="TextBox 7">
            <a:extLst>
              <a:ext uri="{FF2B5EF4-FFF2-40B4-BE49-F238E27FC236}">
                <a16:creationId xmlns:a16="http://schemas.microsoft.com/office/drawing/2014/main" id="{5376F52B-A285-471D-8A3D-D36E49599C52}"/>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141464" y="841248"/>
            <a:ext cx="4215384" cy="5330952"/>
          </a:xfrm>
          <a:prstGeom prst="rect">
            <a:avLst/>
          </a:prstGeom>
        </p:spPr>
        <p:txBody>
          <a:bodyPr>
            <a:normAutofit/>
          </a:bodyPr>
          <a:lstStyle/>
          <a:p>
            <a:pPr marL="0" indent="0">
              <a:spcBef>
                <a:spcPts val="2500"/>
              </a:spcBef>
              <a:spcAft>
                <a:spcPts val="600"/>
              </a:spcAft>
              <a:buSzPct val="80000"/>
              <a:buNone/>
            </a:pPr>
            <a:r>
              <a:rPr lang="pt-BR" sz="1400" b="1" noProof="0" dirty="0"/>
              <a:t>Comparação das Principais Métricas</a:t>
            </a:r>
          </a:p>
          <a:p>
            <a:pPr marL="0" lvl="1" indent="0">
              <a:spcBef>
                <a:spcPts val="1000"/>
              </a:spcBef>
              <a:spcAft>
                <a:spcPts val="600"/>
              </a:spcAft>
              <a:buSzPct val="80000"/>
              <a:buNone/>
            </a:pPr>
            <a:r>
              <a:rPr lang="pt-BR" sz="1400" noProof="0" dirty="0"/>
              <a:t>Gráficos comparativos facilitam a interpretação das métricas acurácia, precisão, recall, F1-score e ROC-AUC.</a:t>
            </a:r>
          </a:p>
          <a:p>
            <a:pPr marL="0" indent="0">
              <a:spcBef>
                <a:spcPts val="2500"/>
              </a:spcBef>
              <a:spcAft>
                <a:spcPts val="600"/>
              </a:spcAft>
              <a:buSzPct val="80000"/>
              <a:buNone/>
            </a:pPr>
            <a:r>
              <a:rPr lang="pt-BR" sz="1400" b="1" noProof="0" dirty="0"/>
              <a:t>Superioridade do Modelo </a:t>
            </a:r>
            <a:r>
              <a:rPr lang="pt-BR" sz="1400" b="1" noProof="0" dirty="0" err="1"/>
              <a:t>Gradient</a:t>
            </a:r>
            <a:r>
              <a:rPr lang="pt-BR" sz="1400" b="1" noProof="0" dirty="0"/>
              <a:t> </a:t>
            </a:r>
            <a:r>
              <a:rPr lang="pt-BR" sz="1400" b="1" noProof="0" dirty="0" err="1"/>
              <a:t>Boosting</a:t>
            </a:r>
            <a:endParaRPr lang="pt-BR" sz="1400" b="1" noProof="0" dirty="0"/>
          </a:p>
          <a:p>
            <a:pPr marL="0" lvl="1" indent="0">
              <a:spcBef>
                <a:spcPts val="1000"/>
              </a:spcBef>
              <a:spcAft>
                <a:spcPts val="600"/>
              </a:spcAft>
              <a:buSzPct val="80000"/>
              <a:buNone/>
            </a:pPr>
            <a:r>
              <a:rPr lang="pt-BR" sz="1400" noProof="0" dirty="0"/>
              <a:t>Visualização evidencia a superioridade do </a:t>
            </a:r>
            <a:r>
              <a:rPr lang="pt-BR" sz="1400" noProof="0" dirty="0" err="1"/>
              <a:t>Gradient</a:t>
            </a:r>
            <a:r>
              <a:rPr lang="pt-BR" sz="1400" noProof="0" dirty="0"/>
              <a:t> </a:t>
            </a:r>
            <a:r>
              <a:rPr lang="pt-BR" sz="1400" noProof="0" dirty="0" err="1"/>
              <a:t>Boosting</a:t>
            </a:r>
            <a:r>
              <a:rPr lang="pt-BR" sz="1400" noProof="0" dirty="0"/>
              <a:t> Otimizado em quase todos os indicadores.</a:t>
            </a:r>
          </a:p>
          <a:p>
            <a:pPr marL="0" indent="0">
              <a:spcBef>
                <a:spcPts val="2500"/>
              </a:spcBef>
              <a:spcAft>
                <a:spcPts val="600"/>
              </a:spcAft>
              <a:buSzPct val="80000"/>
              <a:buNone/>
            </a:pPr>
            <a:r>
              <a:rPr lang="pt-BR" sz="1400" b="1" noProof="0" dirty="0"/>
              <a:t>Importância da Visualização Gráfica</a:t>
            </a:r>
          </a:p>
          <a:p>
            <a:pPr marL="0" lvl="1" indent="0">
              <a:spcBef>
                <a:spcPts val="1000"/>
              </a:spcBef>
              <a:spcAft>
                <a:spcPts val="600"/>
              </a:spcAft>
              <a:buSzPct val="80000"/>
              <a:buNone/>
            </a:pPr>
            <a:r>
              <a:rPr lang="pt-BR" sz="1400" noProof="0" dirty="0"/>
              <a:t>Visualizações claras ajudam a comunicar insights e apoiar decisões para públicos técnicos e não técnicos.</a:t>
            </a:r>
          </a:p>
        </p:txBody>
      </p:sp>
    </p:spTree>
    <p:extLst>
      <p:ext uri="{BB962C8B-B14F-4D97-AF65-F5344CB8AC3E}">
        <p14:creationId xmlns:p14="http://schemas.microsoft.com/office/powerpoint/2010/main" val="395099247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FD5679E-3643-CDF9-99D5-4277520B3EB3}"/>
              </a:ext>
            </a:extLst>
          </p:cNvPr>
          <p:cNvSpPr>
            <a:spLocks noGrp="1"/>
          </p:cNvSpPr>
          <p:nvPr>
            <p:ph sz="quarter" idx="13"/>
          </p:nvPr>
        </p:nvSpPr>
        <p:spPr/>
        <p:txBody>
          <a:bodyPr anchor="t">
            <a:normAutofit/>
          </a:bodyPr>
          <a:lstStyle/>
          <a:p>
            <a:r>
              <a:rPr lang="pt-BR" noProof="0" dirty="0"/>
              <a:t>Escolha do Modelo</a:t>
            </a:r>
          </a:p>
        </p:txBody>
      </p:sp>
    </p:spTree>
    <p:extLst>
      <p:ext uri="{BB962C8B-B14F-4D97-AF65-F5344CB8AC3E}">
        <p14:creationId xmlns:p14="http://schemas.microsoft.com/office/powerpoint/2010/main" val="263623547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Ilustração 3D">
            <a:extLst>
              <a:ext uri="{FF2B5EF4-FFF2-40B4-BE49-F238E27FC236}">
                <a16:creationId xmlns:a16="http://schemas.microsoft.com/office/drawing/2014/main" id="{F5AF6420-2C2B-47E4-B5AD-57D49C90DFD3}"/>
              </a:ext>
            </a:extLst>
          </p:cNvPr>
          <p:cNvPicPr>
            <a:picLocks noGrp="1" noChangeAspect="1"/>
          </p:cNvPicPr>
          <p:nvPr>
            <p:ph type="pic" idx="13"/>
          </p:nvPr>
        </p:nvPicPr>
        <p:blipFill>
          <a:blip r:embed="rId3"/>
          <a:srcRect t="8050" b="8050"/>
          <a:stretch>
            <a:fillRect/>
          </a:stretch>
        </p:blipFill>
        <p:spPr>
          <a:prstGeom prst="rect">
            <a:avLst/>
          </a:prstGeom>
          <a:noFill/>
        </p:spPr>
      </p:pic>
      <p:sp>
        <p:nvSpPr>
          <p:cNvPr id="6" name="Title 5">
            <a:extLst>
              <a:ext uri="{FF2B5EF4-FFF2-40B4-BE49-F238E27FC236}">
                <a16:creationId xmlns:a16="http://schemas.microsoft.com/office/drawing/2014/main" id="{8F174616-D1DC-DB0C-DCAB-5C4CDFA4832B}"/>
              </a:ext>
            </a:extLst>
          </p:cNvPr>
          <p:cNvSpPr>
            <a:spLocks noGrp="1"/>
          </p:cNvSpPr>
          <p:nvPr>
            <p:ph type="title"/>
          </p:nvPr>
        </p:nvSpPr>
        <p:spPr/>
        <p:txBody>
          <a:bodyPr vert="horz" lIns="91440" tIns="45720" rIns="91440" bIns="45720" rtlCol="0" anchor="t" anchorCtr="0">
            <a:normAutofit/>
          </a:bodyPr>
          <a:lstStyle/>
          <a:p>
            <a:r>
              <a:rPr lang="pt-BR" kern="1200" noProof="0" dirty="0">
                <a:latin typeface="+mj-lt"/>
                <a:ea typeface="+mj-ea"/>
                <a:cs typeface="+mj-cs"/>
              </a:rPr>
              <a:t>Critérios de Seleção</a:t>
            </a:r>
          </a:p>
        </p:txBody>
      </p:sp>
      <p:sp>
        <p:nvSpPr>
          <p:cNvPr id="8" name="TextBox 7">
            <a:extLst>
              <a:ext uri="{FF2B5EF4-FFF2-40B4-BE49-F238E27FC236}">
                <a16:creationId xmlns:a16="http://schemas.microsoft.com/office/drawing/2014/main" id="{B973E355-12A3-46CE-9A9E-20380756DCE3}"/>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141464" y="841248"/>
            <a:ext cx="4215384" cy="5330952"/>
          </a:xfrm>
          <a:prstGeom prst="rect">
            <a:avLst/>
          </a:prstGeom>
        </p:spPr>
        <p:txBody>
          <a:bodyPr>
            <a:normAutofit/>
          </a:bodyPr>
          <a:lstStyle/>
          <a:p>
            <a:pPr marL="0" indent="0">
              <a:spcBef>
                <a:spcPts val="2500"/>
              </a:spcBef>
              <a:spcAft>
                <a:spcPts val="600"/>
              </a:spcAft>
              <a:buSzPct val="80000"/>
              <a:buNone/>
            </a:pPr>
            <a:r>
              <a:rPr lang="pt-BR" sz="1400" b="1" noProof="0" dirty="0"/>
              <a:t>Maximização da Identificação</a:t>
            </a:r>
          </a:p>
          <a:p>
            <a:pPr marL="0" lvl="1" indent="0">
              <a:spcBef>
                <a:spcPts val="1000"/>
              </a:spcBef>
              <a:spcAft>
                <a:spcPts val="600"/>
              </a:spcAft>
              <a:buSzPct val="80000"/>
              <a:buNone/>
            </a:pPr>
            <a:r>
              <a:rPr lang="pt-BR" sz="1400" noProof="0" dirty="0"/>
              <a:t>O modelo prioriza identificar clientes de alta renda, mesmo aceitando alguns falsos positivos para reduzir riscos.</a:t>
            </a:r>
          </a:p>
          <a:p>
            <a:pPr marL="0" indent="0">
              <a:spcBef>
                <a:spcPts val="2500"/>
              </a:spcBef>
              <a:spcAft>
                <a:spcPts val="600"/>
              </a:spcAft>
              <a:buSzPct val="80000"/>
              <a:buNone/>
            </a:pPr>
            <a:r>
              <a:rPr lang="pt-BR" sz="1400" b="1" noProof="0" dirty="0"/>
              <a:t>Baixo Tempo de Avaliação</a:t>
            </a:r>
          </a:p>
          <a:p>
            <a:pPr marL="0" lvl="1" indent="0">
              <a:spcBef>
                <a:spcPts val="1000"/>
              </a:spcBef>
              <a:spcAft>
                <a:spcPts val="600"/>
              </a:spcAft>
              <a:buSzPct val="80000"/>
              <a:buNone/>
            </a:pPr>
            <a:r>
              <a:rPr lang="pt-BR" sz="1400" noProof="0" dirty="0"/>
              <a:t>O modelo oferece avaliação rápida de novos clientes, garantindo agilidade em ambientes de produção.</a:t>
            </a:r>
          </a:p>
          <a:p>
            <a:pPr marL="0" indent="0">
              <a:spcBef>
                <a:spcPts val="2500"/>
              </a:spcBef>
              <a:spcAft>
                <a:spcPts val="600"/>
              </a:spcAft>
              <a:buSzPct val="80000"/>
              <a:buNone/>
            </a:pPr>
            <a:r>
              <a:rPr lang="pt-BR" sz="1400" b="1" noProof="0" dirty="0"/>
              <a:t>Variáveis Derivadas Eficazes</a:t>
            </a:r>
          </a:p>
          <a:p>
            <a:pPr marL="0" lvl="1" indent="0">
              <a:spcBef>
                <a:spcPts val="1000"/>
              </a:spcBef>
              <a:spcAft>
                <a:spcPts val="600"/>
              </a:spcAft>
              <a:buSzPct val="80000"/>
              <a:buNone/>
            </a:pPr>
            <a:r>
              <a:rPr lang="pt-BR" sz="1400" noProof="0" dirty="0"/>
              <a:t>Variáveis derivadas do pré-processamento melhoraram significativamente o desempenho do modelo escolhido.</a:t>
            </a:r>
          </a:p>
        </p:txBody>
      </p:sp>
    </p:spTree>
    <p:extLst>
      <p:ext uri="{BB962C8B-B14F-4D97-AF65-F5344CB8AC3E}">
        <p14:creationId xmlns:p14="http://schemas.microsoft.com/office/powerpoint/2010/main" val="235282840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F4F048A8-17C9-EDDA-A484-F6718B0BF962}"/>
              </a:ext>
            </a:extLst>
          </p:cNvPr>
          <p:cNvSpPr>
            <a:spLocks noGrp="1"/>
          </p:cNvSpPr>
          <p:nvPr>
            <p:ph sz="quarter" idx="13"/>
          </p:nvPr>
        </p:nvSpPr>
        <p:spPr/>
        <p:txBody>
          <a:bodyPr anchor="t">
            <a:normAutofit/>
          </a:bodyPr>
          <a:lstStyle/>
          <a:p>
            <a:r>
              <a:rPr lang="pt-BR" noProof="0" dirty="0"/>
              <a:t>Aplicação no Negócio</a:t>
            </a:r>
          </a:p>
        </p:txBody>
      </p:sp>
    </p:spTree>
    <p:extLst>
      <p:ext uri="{BB962C8B-B14F-4D97-AF65-F5344CB8AC3E}">
        <p14:creationId xmlns:p14="http://schemas.microsoft.com/office/powerpoint/2010/main" val="248332621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30-39 anos, 5G, Adulto, Empresário, Inteligência Artificial">
            <a:extLst>
              <a:ext uri="{FF2B5EF4-FFF2-40B4-BE49-F238E27FC236}">
                <a16:creationId xmlns:a16="http://schemas.microsoft.com/office/drawing/2014/main" id="{D4B3CBA3-EBDB-45AB-9D72-1B149091AEBA}"/>
              </a:ext>
            </a:extLst>
          </p:cNvPr>
          <p:cNvPicPr>
            <a:picLocks noGrp="1" noChangeAspect="1"/>
          </p:cNvPicPr>
          <p:nvPr>
            <p:ph type="pic" idx="13"/>
          </p:nvPr>
        </p:nvPicPr>
        <p:blipFill>
          <a:blip r:embed="rId3"/>
          <a:srcRect l="16675" r="16675"/>
          <a:stretch>
            <a:fillRect/>
          </a:stretch>
        </p:blipFill>
        <p:spPr>
          <a:prstGeom prst="rect">
            <a:avLst/>
          </a:prstGeom>
          <a:noFill/>
        </p:spPr>
      </p:pic>
      <p:sp>
        <p:nvSpPr>
          <p:cNvPr id="6" name="Title 5">
            <a:extLst>
              <a:ext uri="{FF2B5EF4-FFF2-40B4-BE49-F238E27FC236}">
                <a16:creationId xmlns:a16="http://schemas.microsoft.com/office/drawing/2014/main" id="{75AB1DBE-2445-BA86-086A-6AA64DB272DC}"/>
              </a:ext>
            </a:extLst>
          </p:cNvPr>
          <p:cNvSpPr>
            <a:spLocks noGrp="1"/>
          </p:cNvSpPr>
          <p:nvPr>
            <p:ph type="title"/>
          </p:nvPr>
        </p:nvSpPr>
        <p:spPr/>
        <p:txBody>
          <a:bodyPr vert="horz" lIns="91440" tIns="45720" rIns="91440" bIns="45720" rtlCol="0" anchor="t" anchorCtr="0">
            <a:normAutofit/>
          </a:bodyPr>
          <a:lstStyle/>
          <a:p>
            <a:r>
              <a:rPr lang="pt-BR" kern="1200" noProof="0" dirty="0">
                <a:latin typeface="+mj-lt"/>
                <a:ea typeface="+mj-ea"/>
                <a:cs typeface="+mj-cs"/>
              </a:rPr>
              <a:t>Impacto e Benefícios</a:t>
            </a:r>
          </a:p>
        </p:txBody>
      </p:sp>
      <p:sp>
        <p:nvSpPr>
          <p:cNvPr id="8" name="TextBox 7">
            <a:extLst>
              <a:ext uri="{FF2B5EF4-FFF2-40B4-BE49-F238E27FC236}">
                <a16:creationId xmlns:a16="http://schemas.microsoft.com/office/drawing/2014/main" id="{B4543C02-C6C5-4D0A-830B-4377A6EF787E}"/>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861304" y="841248"/>
            <a:ext cx="5486400" cy="5340096"/>
          </a:xfrm>
          <a:prstGeom prst="rect">
            <a:avLst/>
          </a:prstGeom>
        </p:spPr>
        <p:txBody>
          <a:bodyPr>
            <a:normAutofit/>
          </a:bodyPr>
          <a:lstStyle/>
          <a:p>
            <a:pPr marL="0" indent="0">
              <a:spcBef>
                <a:spcPts val="2500"/>
              </a:spcBef>
              <a:spcAft>
                <a:spcPts val="600"/>
              </a:spcAft>
              <a:buSzPct val="80000"/>
              <a:buNone/>
            </a:pPr>
            <a:r>
              <a:rPr lang="pt-BR" sz="1400" b="1" noProof="0" dirty="0"/>
              <a:t>Ampliação de Clientes de Alta Renda</a:t>
            </a:r>
          </a:p>
          <a:p>
            <a:pPr marL="0" lvl="1" indent="0">
              <a:spcBef>
                <a:spcPts val="1000"/>
              </a:spcBef>
              <a:spcAft>
                <a:spcPts val="600"/>
              </a:spcAft>
              <a:buSzPct val="80000"/>
              <a:buNone/>
            </a:pPr>
            <a:r>
              <a:rPr lang="pt-BR" sz="1400" noProof="0" dirty="0"/>
              <a:t>O modelo amplia a captação de clientes com maior potencial financeiro, aumentando as oportunidades de negócio.</a:t>
            </a:r>
          </a:p>
          <a:p>
            <a:pPr marL="0" indent="0">
              <a:spcBef>
                <a:spcPts val="2500"/>
              </a:spcBef>
              <a:spcAft>
                <a:spcPts val="600"/>
              </a:spcAft>
              <a:buSzPct val="80000"/>
              <a:buNone/>
            </a:pPr>
            <a:r>
              <a:rPr lang="pt-BR" sz="1400" b="1" noProof="0" dirty="0"/>
              <a:t>Eficiência nas Ações Comerciais</a:t>
            </a:r>
          </a:p>
          <a:p>
            <a:pPr marL="0" lvl="1" indent="0">
              <a:spcBef>
                <a:spcPts val="1000"/>
              </a:spcBef>
              <a:spcAft>
                <a:spcPts val="600"/>
              </a:spcAft>
              <a:buSzPct val="80000"/>
              <a:buNone/>
            </a:pPr>
            <a:r>
              <a:rPr lang="pt-BR" sz="1400" noProof="0" dirty="0"/>
              <a:t>Equipes comerciais direcionam produtos adequados, reduzindo abordagens irrelevantes e otimizando resultados.</a:t>
            </a:r>
          </a:p>
          <a:p>
            <a:pPr marL="0" indent="0">
              <a:spcBef>
                <a:spcPts val="2500"/>
              </a:spcBef>
              <a:spcAft>
                <a:spcPts val="600"/>
              </a:spcAft>
              <a:buSzPct val="80000"/>
              <a:buNone/>
            </a:pPr>
            <a:r>
              <a:rPr lang="pt-BR" sz="1400" b="1" noProof="0" dirty="0"/>
              <a:t>Fortalecimento do Uso de Dados</a:t>
            </a:r>
          </a:p>
          <a:p>
            <a:pPr marL="0" lvl="1" indent="0">
              <a:spcBef>
                <a:spcPts val="1000"/>
              </a:spcBef>
              <a:spcAft>
                <a:spcPts val="600"/>
              </a:spcAft>
              <a:buSzPct val="80000"/>
              <a:buNone/>
            </a:pPr>
            <a:r>
              <a:rPr lang="pt-BR" sz="1400" noProof="0" dirty="0"/>
              <a:t>Uso estratégico de dados melhora o relacionamento com investidores e orienta decisões comerciais.</a:t>
            </a:r>
          </a:p>
          <a:p>
            <a:pPr marL="0" indent="0">
              <a:spcBef>
                <a:spcPts val="2500"/>
              </a:spcBef>
              <a:spcAft>
                <a:spcPts val="600"/>
              </a:spcAft>
              <a:buSzPct val="80000"/>
              <a:buNone/>
            </a:pPr>
            <a:r>
              <a:rPr lang="pt-BR" sz="1400" b="1" noProof="0" dirty="0"/>
              <a:t>Inteligência Artificial para Valor</a:t>
            </a:r>
          </a:p>
          <a:p>
            <a:pPr marL="0" lvl="1" indent="0">
              <a:spcBef>
                <a:spcPts val="1000"/>
              </a:spcBef>
              <a:spcAft>
                <a:spcPts val="600"/>
              </a:spcAft>
              <a:buSzPct val="80000"/>
              <a:buNone/>
            </a:pPr>
            <a:r>
              <a:rPr lang="pt-BR" sz="1400" noProof="0" dirty="0"/>
              <a:t>A inteligência artificial atua como ferramenta estratégica para gerar valor e aprimorar a experiência do cliente.</a:t>
            </a:r>
          </a:p>
        </p:txBody>
      </p:sp>
    </p:spTree>
    <p:extLst>
      <p:ext uri="{BB962C8B-B14F-4D97-AF65-F5344CB8AC3E}">
        <p14:creationId xmlns:p14="http://schemas.microsoft.com/office/powerpoint/2010/main" val="78112676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97AEE14-84F9-3CF0-6310-F198120FB509}"/>
              </a:ext>
            </a:extLst>
          </p:cNvPr>
          <p:cNvSpPr>
            <a:spLocks noGrp="1"/>
          </p:cNvSpPr>
          <p:nvPr>
            <p:ph sz="quarter" idx="13"/>
          </p:nvPr>
        </p:nvSpPr>
        <p:spPr/>
        <p:txBody>
          <a:bodyPr anchor="t">
            <a:normAutofit/>
          </a:bodyPr>
          <a:lstStyle/>
          <a:p>
            <a:r>
              <a:rPr lang="pt-BR" noProof="0" dirty="0"/>
              <a:t>Conclusão e Próximos Passos</a:t>
            </a:r>
          </a:p>
        </p:txBody>
      </p:sp>
    </p:spTree>
    <p:extLst>
      <p:ext uri="{BB962C8B-B14F-4D97-AF65-F5344CB8AC3E}">
        <p14:creationId xmlns:p14="http://schemas.microsoft.com/office/powerpoint/2010/main" val="156293473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Cientista usando uma tela holográfica criada com vetores de ações livres de royalties e modificada de acordo.">
            <a:extLst>
              <a:ext uri="{FF2B5EF4-FFF2-40B4-BE49-F238E27FC236}">
                <a16:creationId xmlns:a16="http://schemas.microsoft.com/office/drawing/2014/main" id="{024736E6-E323-4A21-931D-E8BEF2156116}"/>
              </a:ext>
            </a:extLst>
          </p:cNvPr>
          <p:cNvPicPr>
            <a:picLocks noGrp="1" noChangeAspect="1"/>
          </p:cNvPicPr>
          <p:nvPr>
            <p:ph type="pic" idx="13"/>
          </p:nvPr>
        </p:nvPicPr>
        <p:blipFill>
          <a:blip r:embed="rId3"/>
          <a:srcRect l="16650" r="16650"/>
          <a:stretch>
            <a:fillRect/>
          </a:stretch>
        </p:blipFill>
        <p:spPr>
          <a:prstGeom prst="rect">
            <a:avLst/>
          </a:prstGeom>
          <a:noFill/>
        </p:spPr>
      </p:pic>
      <p:sp>
        <p:nvSpPr>
          <p:cNvPr id="6" name="Title 5">
            <a:extLst>
              <a:ext uri="{FF2B5EF4-FFF2-40B4-BE49-F238E27FC236}">
                <a16:creationId xmlns:a16="http://schemas.microsoft.com/office/drawing/2014/main" id="{E3A5CD44-F3B5-9092-76A9-08FE7DE93913}"/>
              </a:ext>
            </a:extLst>
          </p:cNvPr>
          <p:cNvSpPr>
            <a:spLocks noGrp="1"/>
          </p:cNvSpPr>
          <p:nvPr>
            <p:ph type="title"/>
          </p:nvPr>
        </p:nvSpPr>
        <p:spPr/>
        <p:txBody>
          <a:bodyPr vert="horz" lIns="91440" tIns="45720" rIns="91440" bIns="45720" rtlCol="0" anchor="t" anchorCtr="0">
            <a:normAutofit/>
          </a:bodyPr>
          <a:lstStyle/>
          <a:p>
            <a:r>
              <a:rPr lang="pt-BR" kern="1200" noProof="0" dirty="0">
                <a:latin typeface="+mj-lt"/>
                <a:ea typeface="+mj-ea"/>
                <a:cs typeface="+mj-cs"/>
              </a:rPr>
              <a:t>Implantação e Monitoramento</a:t>
            </a:r>
          </a:p>
        </p:txBody>
      </p:sp>
      <p:sp>
        <p:nvSpPr>
          <p:cNvPr id="8" name="TextBox 7">
            <a:extLst>
              <a:ext uri="{FF2B5EF4-FFF2-40B4-BE49-F238E27FC236}">
                <a16:creationId xmlns:a16="http://schemas.microsoft.com/office/drawing/2014/main" id="{17C4A01F-9A5E-4BE6-AEC5-2B9B033FE300}"/>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861304" y="841248"/>
            <a:ext cx="5486400" cy="5340096"/>
          </a:xfrm>
          <a:prstGeom prst="rect">
            <a:avLst/>
          </a:prstGeom>
        </p:spPr>
        <p:txBody>
          <a:bodyPr>
            <a:normAutofit/>
          </a:bodyPr>
          <a:lstStyle/>
          <a:p>
            <a:pPr marL="0" indent="0">
              <a:spcBef>
                <a:spcPts val="2500"/>
              </a:spcBef>
              <a:spcAft>
                <a:spcPts val="600"/>
              </a:spcAft>
              <a:buSzPct val="80000"/>
              <a:buNone/>
            </a:pPr>
            <a:r>
              <a:rPr lang="pt-BR" sz="1400" b="1" noProof="0" dirty="0"/>
              <a:t>Avanço na Tomada de Decisão</a:t>
            </a:r>
          </a:p>
          <a:p>
            <a:pPr marL="0" lvl="1" indent="0">
              <a:spcBef>
                <a:spcPts val="1000"/>
              </a:spcBef>
              <a:spcAft>
                <a:spcPts val="600"/>
              </a:spcAft>
              <a:buSzPct val="80000"/>
              <a:buNone/>
            </a:pPr>
            <a:r>
              <a:rPr lang="pt-BR" sz="1400" noProof="0" dirty="0"/>
              <a:t>O projeto promove decisões orientadas por dados, melhorando receita e eficiência operacional da empresa.</a:t>
            </a:r>
          </a:p>
          <a:p>
            <a:pPr marL="0" indent="0">
              <a:spcBef>
                <a:spcPts val="2500"/>
              </a:spcBef>
              <a:spcAft>
                <a:spcPts val="600"/>
              </a:spcAft>
              <a:buSzPct val="80000"/>
              <a:buNone/>
            </a:pPr>
            <a:r>
              <a:rPr lang="pt-BR" sz="1400" b="1" noProof="0" dirty="0"/>
              <a:t>Implantação do Modelo</a:t>
            </a:r>
          </a:p>
          <a:p>
            <a:pPr marL="0" lvl="1" indent="0">
              <a:spcBef>
                <a:spcPts val="1000"/>
              </a:spcBef>
              <a:spcAft>
                <a:spcPts val="600"/>
              </a:spcAft>
              <a:buSzPct val="80000"/>
              <a:buNone/>
            </a:pPr>
            <a:r>
              <a:rPr lang="pt-BR" sz="1400" noProof="0" dirty="0"/>
              <a:t>O modelo será integrado aos sistemas internos da área comercial para uso diário e operacional.</a:t>
            </a:r>
          </a:p>
          <a:p>
            <a:pPr marL="0" indent="0">
              <a:spcBef>
                <a:spcPts val="2500"/>
              </a:spcBef>
              <a:spcAft>
                <a:spcPts val="600"/>
              </a:spcAft>
              <a:buSzPct val="80000"/>
              <a:buNone/>
            </a:pPr>
            <a:r>
              <a:rPr lang="pt-BR" sz="1400" b="1" noProof="0" dirty="0"/>
              <a:t>Monitoramento Contínuo e Ajustes</a:t>
            </a:r>
          </a:p>
          <a:p>
            <a:pPr marL="0" lvl="1" indent="0">
              <a:spcBef>
                <a:spcPts val="1000"/>
              </a:spcBef>
              <a:spcAft>
                <a:spcPts val="600"/>
              </a:spcAft>
              <a:buSzPct val="80000"/>
              <a:buNone/>
            </a:pPr>
            <a:r>
              <a:rPr lang="pt-BR" sz="1400" noProof="0" dirty="0"/>
              <a:t>Desempenho será monitorado constantemente com ajustes periódicos para garantir eficácia do modelo.</a:t>
            </a:r>
          </a:p>
          <a:p>
            <a:pPr marL="0" indent="0">
              <a:spcBef>
                <a:spcPts val="2500"/>
              </a:spcBef>
              <a:spcAft>
                <a:spcPts val="600"/>
              </a:spcAft>
              <a:buSzPct val="80000"/>
              <a:buNone/>
            </a:pPr>
            <a:r>
              <a:rPr lang="pt-BR" sz="1400" b="1" noProof="0" dirty="0"/>
              <a:t>Coleta de Feedback e Calibração</a:t>
            </a:r>
          </a:p>
          <a:p>
            <a:pPr marL="0" lvl="1" indent="0">
              <a:spcBef>
                <a:spcPts val="1000"/>
              </a:spcBef>
              <a:spcAft>
                <a:spcPts val="600"/>
              </a:spcAft>
              <a:buSzPct val="80000"/>
              <a:buNone/>
            </a:pPr>
            <a:r>
              <a:rPr lang="pt-BR" sz="1400" noProof="0" dirty="0"/>
              <a:t>Feedback das equipes será usado para calibrar limiares e aperfeiçoar a utilização dos scores gerados.</a:t>
            </a:r>
          </a:p>
        </p:txBody>
      </p:sp>
    </p:spTree>
    <p:extLst>
      <p:ext uri="{BB962C8B-B14F-4D97-AF65-F5344CB8AC3E}">
        <p14:creationId xmlns:p14="http://schemas.microsoft.com/office/powerpoint/2010/main" val="380382339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theme/theme1.xml><?xml version="1.0" encoding="utf-8"?>
<a:theme xmlns:a="http://schemas.openxmlformats.org/drawingml/2006/main" name="Fatia">
  <a:themeElements>
    <a:clrScheme name="Fatia">
      <a:dk1>
        <a:sysClr val="windowText" lastClr="000000"/>
      </a:dk1>
      <a:lt1>
        <a:sysClr val="window" lastClr="FFFFFF"/>
      </a:lt1>
      <a:dk2>
        <a:srgbClr val="146194"/>
      </a:dk2>
      <a:lt2>
        <a:srgbClr val="76DBF4"/>
      </a:lt2>
      <a:accent1>
        <a:srgbClr val="052F61"/>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Fatia">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Fatia">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2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5875"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TaxCatchAll xmlns="b817b00b-f121-400f-976b-40959b1c7d14" xsi:nil="true"/>
    <lcf76f155ced4ddcb4097134ff3c332f xmlns="324d2b90-11f2-4fdf-990a-54fa46247cf8">
      <Terms xmlns="http://schemas.microsoft.com/office/infopath/2007/PartnerControls"/>
    </lcf76f155ced4ddcb4097134ff3c332f>
    <ThemeID xmlns="324d2b90-11f2-4fdf-990a-54fa46247cf8" xsi:nil="true"/>
    <SessionID xmlns="324d2b90-11f2-4fdf-990a-54fa46247cf8"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CAB4D63BEF6CE74A98DE71B79A4EFA2E" ma:contentTypeVersion="39" ma:contentTypeDescription="Create a new document." ma:contentTypeScope="" ma:versionID="7cd33766ae37bc020c6feee22e439f0a">
  <xsd:schema xmlns:xsd="http://www.w3.org/2001/XMLSchema" xmlns:xs="http://www.w3.org/2001/XMLSchema" xmlns:p="http://schemas.microsoft.com/office/2006/metadata/properties" xmlns:ns1="http://schemas.microsoft.com/sharepoint/v3" xmlns:ns2="324d2b90-11f2-4fdf-990a-54fa46247cf8" xmlns:ns3="b817b00b-f121-400f-976b-40959b1c7d14" targetNamespace="http://schemas.microsoft.com/office/2006/metadata/properties" ma:root="true" ma:fieldsID="660e4b43d8eb9c1b699934af2b892cbb" ns1:_="" ns2:_="" ns3:_="">
    <xsd:import namespace="http://schemas.microsoft.com/sharepoint/v3"/>
    <xsd:import namespace="324d2b90-11f2-4fdf-990a-54fa46247cf8"/>
    <xsd:import namespace="b817b00b-f121-400f-976b-40959b1c7d1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1:_ip_UnifiedCompliancePolicyProperties" minOccurs="0"/>
                <xsd:element ref="ns1:_ip_UnifiedCompliancePolicyUIAction" minOccurs="0"/>
                <xsd:element ref="ns3:SharedWithUsers" minOccurs="0"/>
                <xsd:element ref="ns3:SharedWithDetails" minOccurs="0"/>
                <xsd:element ref="ns2:SessionID" minOccurs="0"/>
                <xsd:element ref="ns2:ThemeID" minOccurs="0"/>
                <xsd:element ref="ns2:MediaServiceBillingMetadata"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24d2b90-11f2-4fdf-990a-54fa46247cf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SessionID" ma:index="16" nillable="true" ma:displayName="Session ID" ma:format="Dropdown" ma:internalName="SessionID">
      <xsd:simpleType>
        <xsd:restriction base="dms:Text">
          <xsd:maxLength value="255"/>
        </xsd:restriction>
      </xsd:simpleType>
    </xsd:element>
    <xsd:element name="ThemeID" ma:index="17" nillable="true" ma:displayName="ThemeID" ma:format="Dropdown" ma:internalName="ThemeID">
      <xsd:simpleType>
        <xsd:restriction base="dms:Text">
          <xsd:maxLength value="255"/>
        </xsd:restriction>
      </xsd:simpleType>
    </xsd:element>
    <xsd:element name="MediaServiceBillingMetadata" ma:index="18" nillable="true" ma:displayName="MediaServiceBillingMetadata" ma:hidden="true" ma:internalName="MediaServiceBillingMetadata"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ateTaken" ma:index="22" nillable="true" ma:displayName="MediaServiceDateTaken" ma:hidden="true" ma:indexed="true" ma:internalName="MediaServiceDateTaken" ma:readOnly="true">
      <xsd:simpleType>
        <xsd:restriction base="dms:Text"/>
      </xsd:simpleType>
    </xsd:element>
    <xsd:element name="MediaServiceOCR" ma:index="23" nillable="true" ma:displayName="Extracted Text" ma:internalName="MediaServiceOCR" ma:readOnly="true">
      <xsd:simpleType>
        <xsd:restriction base="dms:Note">
          <xsd:maxLength value="255"/>
        </xsd:restriction>
      </xsd:simpleType>
    </xsd:element>
    <xsd:element name="MediaServiceGenerationTime" ma:index="24" nillable="true" ma:displayName="MediaServiceGenerationTime" ma:hidden="true" ma:internalName="MediaServiceGenerationTime" ma:readOnly="true">
      <xsd:simpleType>
        <xsd:restriction base="dms:Text"/>
      </xsd:simpleType>
    </xsd:element>
    <xsd:element name="MediaServiceEventHashCode" ma:index="25" nillable="true" ma:displayName="MediaServiceEventHashCode" ma:hidden="true" ma:internalName="MediaServiceEventHashCode"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b817b00b-f121-400f-976b-40959b1c7d14"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1" nillable="true" ma:displayName="Taxonomy Catch All Column" ma:hidden="true" ma:list="{d7dac1a7-ed5b-4681-ab90-166fc923ebde}" ma:internalName="TaxCatchAll" ma:showField="CatchAllData" ma:web="b817b00b-f121-400f-976b-40959b1c7d1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E936DC9-CF91-4E1D-ABEF-C75BA93B8CD9}">
  <ds:schemaRefs>
    <ds:schemaRef ds:uri="http://schemas.microsoft.com/sharepoint/v3/contenttype/forms"/>
  </ds:schemaRefs>
</ds:datastoreItem>
</file>

<file path=customXml/itemProps2.xml><?xml version="1.0" encoding="utf-8"?>
<ds:datastoreItem xmlns:ds="http://schemas.openxmlformats.org/officeDocument/2006/customXml" ds:itemID="{B087858F-1484-43EA-9BA6-662DA972FD52}">
  <ds:schemaRefs>
    <ds:schemaRef ds:uri="http://www.w3.org/XML/1998/namespace"/>
    <ds:schemaRef ds:uri="230e9df3-be65-4c73-a93b-d1236ebd677e"/>
    <ds:schemaRef ds:uri="http://purl.org/dc/terms/"/>
    <ds:schemaRef ds:uri="http://purl.org/dc/elements/1.1/"/>
    <ds:schemaRef ds:uri="4f03c07c-4386-4244-9dd2-b6296b229822"/>
    <ds:schemaRef ds:uri="http://schemas.microsoft.com/sharepoint/v3"/>
    <ds:schemaRef ds:uri="http://purl.org/dc/dcmitype/"/>
    <ds:schemaRef ds:uri="http://schemas.microsoft.com/office/2006/documentManagement/types"/>
    <ds:schemaRef ds:uri="http://schemas.microsoft.com/office/infopath/2007/PartnerControls"/>
    <ds:schemaRef ds:uri="http://schemas.openxmlformats.org/package/2006/metadata/core-properties"/>
    <ds:schemaRef ds:uri="59b65cf5-04c8-4211-865f-0d1019a3550b"/>
    <ds:schemaRef ds:uri="http://schemas.microsoft.com/office/2006/metadata/properties"/>
    <ds:schemaRef ds:uri="71af3243-3dd4-4a8d-8c0d-dd76da1f02a5"/>
    <ds:schemaRef ds:uri="b817b00b-f121-400f-976b-40959b1c7d14"/>
    <ds:schemaRef ds:uri="324d2b90-11f2-4fdf-990a-54fa46247cf8"/>
  </ds:schemaRefs>
</ds:datastoreItem>
</file>

<file path=customXml/itemProps3.xml><?xml version="1.0" encoding="utf-8"?>
<ds:datastoreItem xmlns:ds="http://schemas.openxmlformats.org/officeDocument/2006/customXml" ds:itemID="{DE5029FD-B754-4DBF-888E-6E793F1E0AF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324d2b90-11f2-4fdf-990a-54fa46247cf8"/>
    <ds:schemaRef ds:uri="b817b00b-f121-400f-976b-40959b1c7d1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87867195-f2b8-4ac2-b0b6-6bb73cb33afc}"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emplate>Slice</Template>
  <TotalTime>2291</TotalTime>
  <Words>3009</Words>
  <Application>Microsoft Office PowerPoint</Application>
  <PresentationFormat>Widescreen</PresentationFormat>
  <Paragraphs>153</Paragraphs>
  <Slides>19</Slides>
  <Notes>19</Notes>
  <HiddenSlides>8</HiddenSlides>
  <MMClips>0</MMClips>
  <ScaleCrop>false</ScaleCrop>
  <HeadingPairs>
    <vt:vector size="6" baseType="variant">
      <vt:variant>
        <vt:lpstr>Fontes usadas</vt:lpstr>
      </vt:variant>
      <vt:variant>
        <vt:i4>4</vt:i4>
      </vt:variant>
      <vt:variant>
        <vt:lpstr>Tema</vt:lpstr>
      </vt:variant>
      <vt:variant>
        <vt:i4>1</vt:i4>
      </vt:variant>
      <vt:variant>
        <vt:lpstr>Títulos de slides</vt:lpstr>
      </vt:variant>
      <vt:variant>
        <vt:i4>19</vt:i4>
      </vt:variant>
    </vt:vector>
  </HeadingPairs>
  <TitlesOfParts>
    <vt:vector size="24" baseType="lpstr">
      <vt:lpstr>Arial</vt:lpstr>
      <vt:lpstr>Calibri</vt:lpstr>
      <vt:lpstr>Century Gothic</vt:lpstr>
      <vt:lpstr>Wingdings 3</vt:lpstr>
      <vt:lpstr>Fatia</vt:lpstr>
      <vt:lpstr>Segmentação de Clientes de Alta Renda</vt:lpstr>
      <vt:lpstr>Apresentação do PowerPoint</vt:lpstr>
      <vt:lpstr>Objetivo do Projeto</vt:lpstr>
      <vt:lpstr>Apresentação do PowerPoint</vt:lpstr>
      <vt:lpstr>Descrição e Benefícios</vt:lpstr>
      <vt:lpstr>Apresentação do PowerPoint</vt:lpstr>
      <vt:lpstr>Preparação e Conformidade Legal</vt:lpstr>
      <vt:lpstr>Apresentação do PowerPoint</vt:lpstr>
      <vt:lpstr>Algoritmos Avaliados</vt:lpstr>
      <vt:lpstr>Apresentação do PowerPoint</vt:lpstr>
      <vt:lpstr>Tabela de Métricas</vt:lpstr>
      <vt:lpstr>Apresentação do PowerPoint</vt:lpstr>
      <vt:lpstr>Visualização das Métricas</vt:lpstr>
      <vt:lpstr>Apresentação do PowerPoint</vt:lpstr>
      <vt:lpstr>Critérios de Seleção</vt:lpstr>
      <vt:lpstr>Apresentação do PowerPoint</vt:lpstr>
      <vt:lpstr>Impacto e Benefícios</vt:lpstr>
      <vt:lpstr>Apresentação do PowerPoint</vt:lpstr>
      <vt:lpstr>Implantação e Monitoramento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66 Point Headline Presentation</dc:title>
  <dc:creator>Elisabeth Petrella</dc:creator>
  <cp:lastModifiedBy>Fernando Júnior Santos da Silva</cp:lastModifiedBy>
  <cp:revision>41</cp:revision>
  <dcterms:created xsi:type="dcterms:W3CDTF">2022-02-02T22:38:05Z</dcterms:created>
  <dcterms:modified xsi:type="dcterms:W3CDTF">2025-12-01T14:42:09Z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0x010100CAB4D63BEF6CE74A98DE71B79A4EFA2E</vt:lpwstr>
  </property>
  <property fmtid="{D5CDD505-2E9C-101B-9397-08002B2CF9AE}" pid="3" name="MediaServiceImageTags">
    <vt:lpwstr/>
  </property>
</Properties>
</file>